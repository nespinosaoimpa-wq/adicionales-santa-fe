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1E387-4AB4-4BD1-B715-7A758B6C681F}" v="71" dt="2026-08-04T19:56:38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>
        <p:scale>
          <a:sx n="75" d="100"/>
          <a:sy n="75" d="100"/>
        </p:scale>
        <p:origin x="72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o Ramos" userId="b698fcab18d09c4c" providerId="LiveId" clId="{9486479B-09A7-454A-92D4-5F9E286FEEB9}"/>
    <pc:docChg chg="undo custSel addSld modSld">
      <pc:chgData name="Ivo Ramos" userId="b698fcab18d09c4c" providerId="LiveId" clId="{9486479B-09A7-454A-92D4-5F9E286FEEB9}" dt="2026-08-04T20:41:21.008" v="1478" actId="1076"/>
      <pc:docMkLst>
        <pc:docMk/>
      </pc:docMkLst>
      <pc:sldChg chg="addSp modSp mod">
        <pc:chgData name="Ivo Ramos" userId="b698fcab18d09c4c" providerId="LiveId" clId="{9486479B-09A7-454A-92D4-5F9E286FEEB9}" dt="2026-08-04T19:10:03.543" v="1125" actId="115"/>
        <pc:sldMkLst>
          <pc:docMk/>
          <pc:sldMk cId="183732053" sldId="256"/>
        </pc:sldMkLst>
        <pc:spChg chg="mod">
          <ac:chgData name="Ivo Ramos" userId="b698fcab18d09c4c" providerId="LiveId" clId="{9486479B-09A7-454A-92D4-5F9E286FEEB9}" dt="2026-08-04T19:08:10.824" v="1121"/>
          <ac:spMkLst>
            <pc:docMk/>
            <pc:sldMk cId="183732053" sldId="256"/>
            <ac:spMk id="2" creationId="{1C20D8D6-1A80-F081-34A1-C612C925D6A7}"/>
          </ac:spMkLst>
        </pc:spChg>
        <pc:spChg chg="mod">
          <ac:chgData name="Ivo Ramos" userId="b698fcab18d09c4c" providerId="LiveId" clId="{9486479B-09A7-454A-92D4-5F9E286FEEB9}" dt="2026-08-04T19:10:03.543" v="1125" actId="115"/>
          <ac:spMkLst>
            <pc:docMk/>
            <pc:sldMk cId="183732053" sldId="256"/>
            <ac:spMk id="3" creationId="{8EB33E0E-7EE0-0867-AE3E-BA087CBE8E3F}"/>
          </ac:spMkLst>
        </pc:spChg>
        <pc:picChg chg="add mod">
          <ac:chgData name="Ivo Ramos" userId="b698fcab18d09c4c" providerId="LiveId" clId="{9486479B-09A7-454A-92D4-5F9E286FEEB9}" dt="2026-08-04T18:34:44.550" v="548" actId="1076"/>
          <ac:picMkLst>
            <pc:docMk/>
            <pc:sldMk cId="183732053" sldId="256"/>
            <ac:picMk id="5" creationId="{88F5F71F-BEFB-3CC7-AFD8-797FB293070A}"/>
          </ac:picMkLst>
        </pc:picChg>
      </pc:sldChg>
      <pc:sldChg chg="addSp delSp modSp mod setClrOvrMap">
        <pc:chgData name="Ivo Ramos" userId="b698fcab18d09c4c" providerId="LiveId" clId="{9486479B-09A7-454A-92D4-5F9E286FEEB9}" dt="2026-08-04T20:41:21.008" v="1478" actId="1076"/>
        <pc:sldMkLst>
          <pc:docMk/>
          <pc:sldMk cId="1901046789" sldId="257"/>
        </pc:sldMkLst>
        <pc:spChg chg="mod">
          <ac:chgData name="Ivo Ramos" userId="b698fcab18d09c4c" providerId="LiveId" clId="{9486479B-09A7-454A-92D4-5F9E286FEEB9}" dt="2026-08-04T19:59:41.163" v="1475" actId="26606"/>
          <ac:spMkLst>
            <pc:docMk/>
            <pc:sldMk cId="1901046789" sldId="257"/>
            <ac:spMk id="2" creationId="{18F3BFE1-0AA0-EF98-40EE-F96E37846708}"/>
          </ac:spMkLst>
        </pc:spChg>
        <pc:spChg chg="del">
          <ac:chgData name="Ivo Ramos" userId="b698fcab18d09c4c" providerId="LiveId" clId="{9486479B-09A7-454A-92D4-5F9E286FEEB9}" dt="2026-08-04T19:59:41.163" v="1475" actId="26606"/>
          <ac:spMkLst>
            <pc:docMk/>
            <pc:sldMk cId="1901046789" sldId="257"/>
            <ac:spMk id="22" creationId="{33E93247-6229-44AB-A550-739E971E690B}"/>
          </ac:spMkLst>
        </pc:spChg>
        <pc:spChg chg="del">
          <ac:chgData name="Ivo Ramos" userId="b698fcab18d09c4c" providerId="LiveId" clId="{9486479B-09A7-454A-92D4-5F9E286FEEB9}" dt="2026-08-04T19:59:41.163" v="1475" actId="26606"/>
          <ac:spMkLst>
            <pc:docMk/>
            <pc:sldMk cId="1901046789" sldId="257"/>
            <ac:spMk id="24" creationId="{6BB6B482-ACCA-4938-8AEA-49D525C17221}"/>
          </ac:spMkLst>
        </pc:spChg>
        <pc:spChg chg="add">
          <ac:chgData name="Ivo Ramos" userId="b698fcab18d09c4c" providerId="LiveId" clId="{9486479B-09A7-454A-92D4-5F9E286FEEB9}" dt="2026-08-04T19:59:41.163" v="1475" actId="26606"/>
          <ac:spMkLst>
            <pc:docMk/>
            <pc:sldMk cId="1901046789" sldId="257"/>
            <ac:spMk id="31" creationId="{E49D7415-2F11-44C2-B6AA-13A25B6814B9}"/>
          </ac:spMkLst>
        </pc:spChg>
        <pc:graphicFrameChg chg="mod ord modGraphic">
          <ac:chgData name="Ivo Ramos" userId="b698fcab18d09c4c" providerId="LiveId" clId="{9486479B-09A7-454A-92D4-5F9E286FEEB9}" dt="2026-08-04T19:59:41.163" v="1475" actId="26606"/>
          <ac:graphicFrameMkLst>
            <pc:docMk/>
            <pc:sldMk cId="1901046789" sldId="257"/>
            <ac:graphicFrameMk id="5" creationId="{BC4B35DA-E891-4766-53EE-CE893717C483}"/>
          </ac:graphicFrameMkLst>
        </pc:graphicFrameChg>
        <pc:picChg chg="mod">
          <ac:chgData name="Ivo Ramos" userId="b698fcab18d09c4c" providerId="LiveId" clId="{9486479B-09A7-454A-92D4-5F9E286FEEB9}" dt="2026-08-04T20:41:21.008" v="1478" actId="1076"/>
          <ac:picMkLst>
            <pc:docMk/>
            <pc:sldMk cId="1901046789" sldId="257"/>
            <ac:picMk id="6" creationId="{DCA54A0A-7B3C-67A8-9A61-6A8729C3F422}"/>
          </ac:picMkLst>
        </pc:picChg>
        <pc:cxnChg chg="del">
          <ac:chgData name="Ivo Ramos" userId="b698fcab18d09c4c" providerId="LiveId" clId="{9486479B-09A7-454A-92D4-5F9E286FEEB9}" dt="2026-08-04T19:59:41.163" v="1475" actId="26606"/>
          <ac:cxnSpMkLst>
            <pc:docMk/>
            <pc:sldMk cId="1901046789" sldId="257"/>
            <ac:cxnSpMk id="18" creationId="{F64F9B95-9045-48D2-B9F3-2927E98F54AA}"/>
          </ac:cxnSpMkLst>
        </pc:cxnChg>
        <pc:cxnChg chg="del">
          <ac:chgData name="Ivo Ramos" userId="b698fcab18d09c4c" providerId="LiveId" clId="{9486479B-09A7-454A-92D4-5F9E286FEEB9}" dt="2026-08-04T19:59:41.163" v="1475" actId="26606"/>
          <ac:cxnSpMkLst>
            <pc:docMk/>
            <pc:sldMk cId="1901046789" sldId="257"/>
            <ac:cxnSpMk id="20" creationId="{085AA86F-6A4D-4BCB-A045-D992CDC2959B}"/>
          </ac:cxnSpMkLst>
        </pc:cxnChg>
        <pc:cxnChg chg="del">
          <ac:chgData name="Ivo Ramos" userId="b698fcab18d09c4c" providerId="LiveId" clId="{9486479B-09A7-454A-92D4-5F9E286FEEB9}" dt="2026-08-04T19:59:41.163" v="1475" actId="26606"/>
          <ac:cxnSpMkLst>
            <pc:docMk/>
            <pc:sldMk cId="1901046789" sldId="257"/>
            <ac:cxnSpMk id="26" creationId="{EE2E603F-4A95-4FE8-BB06-211DFD75DBEF}"/>
          </ac:cxnSpMkLst>
        </pc:cxnChg>
        <pc:cxnChg chg="add">
          <ac:chgData name="Ivo Ramos" userId="b698fcab18d09c4c" providerId="LiveId" clId="{9486479B-09A7-454A-92D4-5F9E286FEEB9}" dt="2026-08-04T19:59:41.163" v="1475" actId="26606"/>
          <ac:cxnSpMkLst>
            <pc:docMk/>
            <pc:sldMk cId="1901046789" sldId="257"/>
            <ac:cxnSpMk id="33" creationId="{4583FD9E-C5A7-96F7-951D-7D292013CD58}"/>
          </ac:cxnSpMkLst>
        </pc:cxnChg>
      </pc:sldChg>
      <pc:sldChg chg="modSp mod">
        <pc:chgData name="Ivo Ramos" userId="b698fcab18d09c4c" providerId="LiveId" clId="{9486479B-09A7-454A-92D4-5F9E286FEEB9}" dt="2026-08-04T19:40:21.718" v="1335" actId="26606"/>
        <pc:sldMkLst>
          <pc:docMk/>
          <pc:sldMk cId="3192215387" sldId="261"/>
        </pc:sldMkLst>
        <pc:graphicFrameChg chg="mod modGraphic">
          <ac:chgData name="Ivo Ramos" userId="b698fcab18d09c4c" providerId="LiveId" clId="{9486479B-09A7-454A-92D4-5F9E286FEEB9}" dt="2026-08-04T19:40:21.718" v="1335" actId="26606"/>
          <ac:graphicFrameMkLst>
            <pc:docMk/>
            <pc:sldMk cId="3192215387" sldId="261"/>
            <ac:graphicFrameMk id="5" creationId="{61125EED-C65D-A4DE-1248-1845984244FA}"/>
          </ac:graphicFrameMkLst>
        </pc:graphicFrameChg>
      </pc:sldChg>
      <pc:sldChg chg="addSp delSp modSp new mod setBg">
        <pc:chgData name="Ivo Ramos" userId="b698fcab18d09c4c" providerId="LiveId" clId="{9486479B-09A7-454A-92D4-5F9E286FEEB9}" dt="2026-08-04T17:41:17.323" v="209" actId="1076"/>
        <pc:sldMkLst>
          <pc:docMk/>
          <pc:sldMk cId="534414295" sldId="262"/>
        </pc:sldMkLst>
        <pc:spChg chg="mod">
          <ac:chgData name="Ivo Ramos" userId="b698fcab18d09c4c" providerId="LiveId" clId="{9486479B-09A7-454A-92D4-5F9E286FEEB9}" dt="2026-08-04T17:40:25.163" v="205" actId="20577"/>
          <ac:spMkLst>
            <pc:docMk/>
            <pc:sldMk cId="534414295" sldId="262"/>
            <ac:spMk id="2" creationId="{ABEACFBD-3951-B894-75F3-C2FEE4C91744}"/>
          </ac:spMkLst>
        </pc:spChg>
        <pc:spChg chg="del mod">
          <ac:chgData name="Ivo Ramos" userId="b698fcab18d09c4c" providerId="LiveId" clId="{9486479B-09A7-454A-92D4-5F9E286FEEB9}" dt="2026-08-04T17:39:36.241" v="165" actId="26606"/>
          <ac:spMkLst>
            <pc:docMk/>
            <pc:sldMk cId="534414295" sldId="262"/>
            <ac:spMk id="3" creationId="{A6F6D7F6-5512-D2E6-FF0C-9FDCFD27CB4D}"/>
          </ac:spMkLst>
        </pc:spChg>
        <pc:spChg chg="add">
          <ac:chgData name="Ivo Ramos" userId="b698fcab18d09c4c" providerId="LiveId" clId="{9486479B-09A7-454A-92D4-5F9E286FEEB9}" dt="2026-08-04T17:40:35.285" v="206" actId="11529"/>
          <ac:spMkLst>
            <pc:docMk/>
            <pc:sldMk cId="534414295" sldId="262"/>
            <ac:spMk id="4" creationId="{5015AC1A-E002-CD07-F75B-86F21BE28DED}"/>
          </ac:spMkLst>
        </pc:spChg>
        <pc:spChg chg="add mod">
          <ac:chgData name="Ivo Ramos" userId="b698fcab18d09c4c" providerId="LiveId" clId="{9486479B-09A7-454A-92D4-5F9E286FEEB9}" dt="2026-08-04T17:41:17.323" v="209" actId="1076"/>
          <ac:spMkLst>
            <pc:docMk/>
            <pc:sldMk cId="534414295" sldId="262"/>
            <ac:spMk id="6" creationId="{5DD48D6B-7CD7-F892-9AA5-985976764090}"/>
          </ac:spMkLst>
        </pc:spChg>
        <pc:spChg chg="add">
          <ac:chgData name="Ivo Ramos" userId="b698fcab18d09c4c" providerId="LiveId" clId="{9486479B-09A7-454A-92D4-5F9E286FEEB9}" dt="2026-08-04T17:39:36.241" v="165" actId="26606"/>
          <ac:spMkLst>
            <pc:docMk/>
            <pc:sldMk cId="534414295" sldId="262"/>
            <ac:spMk id="9" creationId="{F68B2C62-7648-4430-90D5-AE0F252AF113}"/>
          </ac:spMkLst>
        </pc:spChg>
        <pc:graphicFrameChg chg="add">
          <ac:chgData name="Ivo Ramos" userId="b698fcab18d09c4c" providerId="LiveId" clId="{9486479B-09A7-454A-92D4-5F9E286FEEB9}" dt="2026-08-04T17:39:36.241" v="165" actId="26606"/>
          <ac:graphicFrameMkLst>
            <pc:docMk/>
            <pc:sldMk cId="534414295" sldId="262"/>
            <ac:graphicFrameMk id="5" creationId="{BAC776A6-EE6E-45FC-A4D1-72D943781C6E}"/>
          </ac:graphicFrameMkLst>
        </pc:graphicFrameChg>
        <pc:cxnChg chg="add">
          <ac:chgData name="Ivo Ramos" userId="b698fcab18d09c4c" providerId="LiveId" clId="{9486479B-09A7-454A-92D4-5F9E286FEEB9}" dt="2026-08-04T17:39:36.241" v="165" actId="26606"/>
          <ac:cxnSpMkLst>
            <pc:docMk/>
            <pc:sldMk cId="534414295" sldId="262"/>
            <ac:cxnSpMk id="11" creationId="{B75B4F83-6FDB-4998-8E11-31CE6E7040B7}"/>
          </ac:cxnSpMkLst>
        </pc:cxnChg>
        <pc:cxnChg chg="add">
          <ac:chgData name="Ivo Ramos" userId="b698fcab18d09c4c" providerId="LiveId" clId="{9486479B-09A7-454A-92D4-5F9E286FEEB9}" dt="2026-08-04T17:39:36.241" v="165" actId="26606"/>
          <ac:cxnSpMkLst>
            <pc:docMk/>
            <pc:sldMk cId="534414295" sldId="262"/>
            <ac:cxnSpMk id="13" creationId="{B0794B99-5B9D-4B94-9505-1EDED76CD61F}"/>
          </ac:cxnSpMkLst>
        </pc:cxnChg>
      </pc:sldChg>
      <pc:sldChg chg="addSp delSp modSp new mod setBg">
        <pc:chgData name="Ivo Ramos" userId="b698fcab18d09c4c" providerId="LiveId" clId="{9486479B-09A7-454A-92D4-5F9E286FEEB9}" dt="2026-08-04T18:32:57.333" v="536" actId="11529"/>
        <pc:sldMkLst>
          <pc:docMk/>
          <pc:sldMk cId="4121935722" sldId="263"/>
        </pc:sldMkLst>
        <pc:spChg chg="mod">
          <ac:chgData name="Ivo Ramos" userId="b698fcab18d09c4c" providerId="LiveId" clId="{9486479B-09A7-454A-92D4-5F9E286FEEB9}" dt="2026-08-04T18:10:18.792" v="507" actId="14100"/>
          <ac:spMkLst>
            <pc:docMk/>
            <pc:sldMk cId="4121935722" sldId="263"/>
            <ac:spMk id="2" creationId="{1E91F576-1907-9B95-F9B2-FCD4425754F3}"/>
          </ac:spMkLst>
        </pc:spChg>
        <pc:spChg chg="add del mod">
          <ac:chgData name="Ivo Ramos" userId="b698fcab18d09c4c" providerId="LiveId" clId="{9486479B-09A7-454A-92D4-5F9E286FEEB9}" dt="2026-08-04T18:09:41.141" v="488" actId="26606"/>
          <ac:spMkLst>
            <pc:docMk/>
            <pc:sldMk cId="4121935722" sldId="263"/>
            <ac:spMk id="3" creationId="{12600A71-370F-1EF4-9178-CECADCBB1EC6}"/>
          </ac:spMkLst>
        </pc:spChg>
        <pc:spChg chg="add">
          <ac:chgData name="Ivo Ramos" userId="b698fcab18d09c4c" providerId="LiveId" clId="{9486479B-09A7-454A-92D4-5F9E286FEEB9}" dt="2026-08-04T18:09:41.141" v="488" actId="26606"/>
          <ac:spMkLst>
            <pc:docMk/>
            <pc:sldMk cId="4121935722" sldId="263"/>
            <ac:spMk id="6" creationId="{F68B2C62-7648-4430-90D5-AE0F252AF113}"/>
          </ac:spMkLst>
        </pc:spChg>
        <pc:spChg chg="add del">
          <ac:chgData name="Ivo Ramos" userId="b698fcab18d09c4c" providerId="LiveId" clId="{9486479B-09A7-454A-92D4-5F9E286FEEB9}" dt="2026-08-04T18:08:44.844" v="434" actId="26606"/>
          <ac:spMkLst>
            <pc:docMk/>
            <pc:sldMk cId="4121935722" sldId="263"/>
            <ac:spMk id="9" creationId="{F68B2C62-7648-4430-90D5-AE0F252AF113}"/>
          </ac:spMkLst>
        </pc:spChg>
        <pc:spChg chg="add mod">
          <ac:chgData name="Ivo Ramos" userId="b698fcab18d09c4c" providerId="LiveId" clId="{9486479B-09A7-454A-92D4-5F9E286FEEB9}" dt="2026-08-04T18:26:40.857" v="525" actId="1076"/>
          <ac:spMkLst>
            <pc:docMk/>
            <pc:sldMk cId="4121935722" sldId="263"/>
            <ac:spMk id="23" creationId="{952CECDC-3626-E46B-C6D5-DBD539319E4C}"/>
          </ac:spMkLst>
        </pc:spChg>
        <pc:spChg chg="add mod">
          <ac:chgData name="Ivo Ramos" userId="b698fcab18d09c4c" providerId="LiveId" clId="{9486479B-09A7-454A-92D4-5F9E286FEEB9}" dt="2026-08-04T18:27:21.400" v="534" actId="1076"/>
          <ac:spMkLst>
            <pc:docMk/>
            <pc:sldMk cId="4121935722" sldId="263"/>
            <ac:spMk id="25" creationId="{CBA8547B-96EE-CD0A-6243-E33CB1EB0635}"/>
          </ac:spMkLst>
        </pc:spChg>
        <pc:spChg chg="add mod">
          <ac:chgData name="Ivo Ramos" userId="b698fcab18d09c4c" providerId="LiveId" clId="{9486479B-09A7-454A-92D4-5F9E286FEEB9}" dt="2026-08-04T18:27:17.047" v="533" actId="1076"/>
          <ac:spMkLst>
            <pc:docMk/>
            <pc:sldMk cId="4121935722" sldId="263"/>
            <ac:spMk id="27" creationId="{56516402-FB17-CBC7-4594-ECD42987B666}"/>
          </ac:spMkLst>
        </pc:spChg>
        <pc:spChg chg="add mod">
          <ac:chgData name="Ivo Ramos" userId="b698fcab18d09c4c" providerId="LiveId" clId="{9486479B-09A7-454A-92D4-5F9E286FEEB9}" dt="2026-08-04T18:27:31.619" v="535" actId="14100"/>
          <ac:spMkLst>
            <pc:docMk/>
            <pc:sldMk cId="4121935722" sldId="263"/>
            <ac:spMk id="29" creationId="{46520D95-86E8-D573-DA3D-C55D84CA850F}"/>
          </ac:spMkLst>
        </pc:spChg>
        <pc:spChg chg="add mod">
          <ac:chgData name="Ivo Ramos" userId="b698fcab18d09c4c" providerId="LiveId" clId="{9486479B-09A7-454A-92D4-5F9E286FEEB9}" dt="2026-08-04T18:27:03.185" v="531" actId="1076"/>
          <ac:spMkLst>
            <pc:docMk/>
            <pc:sldMk cId="4121935722" sldId="263"/>
            <ac:spMk id="31" creationId="{3912137C-7368-20B9-5FF7-A0F5FDACDCD3}"/>
          </ac:spMkLst>
        </pc:spChg>
        <pc:spChg chg="add">
          <ac:chgData name="Ivo Ramos" userId="b698fcab18d09c4c" providerId="LiveId" clId="{9486479B-09A7-454A-92D4-5F9E286FEEB9}" dt="2026-08-04T18:32:57.333" v="536" actId="11529"/>
          <ac:spMkLst>
            <pc:docMk/>
            <pc:sldMk cId="4121935722" sldId="263"/>
            <ac:spMk id="32" creationId="{B7BCE05A-7D78-2F26-1D70-208B38BB7A35}"/>
          </ac:spMkLst>
        </pc:spChg>
        <pc:graphicFrameChg chg="add del mod modGraphic">
          <ac:chgData name="Ivo Ramos" userId="b698fcab18d09c4c" providerId="LiveId" clId="{9486479B-09A7-454A-92D4-5F9E286FEEB9}" dt="2026-08-04T18:08:44.844" v="434" actId="26606"/>
          <ac:graphicFrameMkLst>
            <pc:docMk/>
            <pc:sldMk cId="4121935722" sldId="263"/>
            <ac:graphicFrameMk id="5" creationId="{7A514ED2-6913-5030-337F-EDE29CA40F0F}"/>
          </ac:graphicFrameMkLst>
        </pc:graphicFrameChg>
        <pc:graphicFrameChg chg="add">
          <ac:chgData name="Ivo Ramos" userId="b698fcab18d09c4c" providerId="LiveId" clId="{9486479B-09A7-454A-92D4-5F9E286FEEB9}" dt="2026-08-04T18:09:41.141" v="488" actId="26606"/>
          <ac:graphicFrameMkLst>
            <pc:docMk/>
            <pc:sldMk cId="4121935722" sldId="263"/>
            <ac:graphicFrameMk id="10" creationId="{391914E1-780B-7267-9118-EB20FC08D238}"/>
          </ac:graphicFrameMkLst>
        </pc:graphicFrameChg>
        <pc:picChg chg="add mod">
          <ac:chgData name="Ivo Ramos" userId="b698fcab18d09c4c" providerId="LiveId" clId="{9486479B-09A7-454A-92D4-5F9E286FEEB9}" dt="2026-08-04T18:24:34.297" v="513" actId="1076"/>
          <ac:picMkLst>
            <pc:docMk/>
            <pc:sldMk cId="4121935722" sldId="263"/>
            <ac:picMk id="12" creationId="{BD6D3F92-B371-13FB-5A10-1C838C4FDC1E}"/>
          </ac:picMkLst>
        </pc:picChg>
        <pc:cxnChg chg="add">
          <ac:chgData name="Ivo Ramos" userId="b698fcab18d09c4c" providerId="LiveId" clId="{9486479B-09A7-454A-92D4-5F9E286FEEB9}" dt="2026-08-04T18:09:41.141" v="488" actId="26606"/>
          <ac:cxnSpMkLst>
            <pc:docMk/>
            <pc:sldMk cId="4121935722" sldId="263"/>
            <ac:cxnSpMk id="7" creationId="{B75B4F83-6FDB-4998-8E11-31CE6E7040B7}"/>
          </ac:cxnSpMkLst>
        </pc:cxnChg>
        <pc:cxnChg chg="add">
          <ac:chgData name="Ivo Ramos" userId="b698fcab18d09c4c" providerId="LiveId" clId="{9486479B-09A7-454A-92D4-5F9E286FEEB9}" dt="2026-08-04T18:09:41.141" v="488" actId="26606"/>
          <ac:cxnSpMkLst>
            <pc:docMk/>
            <pc:sldMk cId="4121935722" sldId="263"/>
            <ac:cxnSpMk id="8" creationId="{B0794B99-5B9D-4B94-9505-1EDED76CD61F}"/>
          </ac:cxnSpMkLst>
        </pc:cxnChg>
        <pc:cxnChg chg="add del">
          <ac:chgData name="Ivo Ramos" userId="b698fcab18d09c4c" providerId="LiveId" clId="{9486479B-09A7-454A-92D4-5F9E286FEEB9}" dt="2026-08-04T18:08:44.844" v="434" actId="26606"/>
          <ac:cxnSpMkLst>
            <pc:docMk/>
            <pc:sldMk cId="4121935722" sldId="263"/>
            <ac:cxnSpMk id="11" creationId="{B75B4F83-6FDB-4998-8E11-31CE6E7040B7}"/>
          </ac:cxnSpMkLst>
        </pc:cxnChg>
        <pc:cxnChg chg="add del">
          <ac:chgData name="Ivo Ramos" userId="b698fcab18d09c4c" providerId="LiveId" clId="{9486479B-09A7-454A-92D4-5F9E286FEEB9}" dt="2026-08-04T18:08:44.844" v="434" actId="26606"/>
          <ac:cxnSpMkLst>
            <pc:docMk/>
            <pc:sldMk cId="4121935722" sldId="263"/>
            <ac:cxnSpMk id="13" creationId="{B0794B99-5B9D-4B94-9505-1EDED76CD61F}"/>
          </ac:cxnSpMkLst>
        </pc:cxnChg>
        <pc:cxnChg chg="add del mod">
          <ac:chgData name="Ivo Ramos" userId="b698fcab18d09c4c" providerId="LiveId" clId="{9486479B-09A7-454A-92D4-5F9E286FEEB9}" dt="2026-08-04T18:25:53.705" v="523" actId="478"/>
          <ac:cxnSpMkLst>
            <pc:docMk/>
            <pc:sldMk cId="4121935722" sldId="263"/>
            <ac:cxnSpMk id="15" creationId="{32B55D72-9A06-B962-B22E-48D71097FED1}"/>
          </ac:cxnSpMkLst>
        </pc:cxnChg>
        <pc:cxnChg chg="add del mod">
          <ac:chgData name="Ivo Ramos" userId="b698fcab18d09c4c" providerId="LiveId" clId="{9486479B-09A7-454A-92D4-5F9E286FEEB9}" dt="2026-08-04T18:25:52.088" v="522" actId="478"/>
          <ac:cxnSpMkLst>
            <pc:docMk/>
            <pc:sldMk cId="4121935722" sldId="263"/>
            <ac:cxnSpMk id="17" creationId="{2E86B204-534F-FC8F-D402-1281C6EE7EF4}"/>
          </ac:cxnSpMkLst>
        </pc:cxnChg>
      </pc:sldChg>
      <pc:sldChg chg="addSp delSp modSp new mod setBg modAnim">
        <pc:chgData name="Ivo Ramos" userId="b698fcab18d09c4c" providerId="LiveId" clId="{9486479B-09A7-454A-92D4-5F9E286FEEB9}" dt="2026-08-04T19:04:13.536" v="1030" actId="20577"/>
        <pc:sldMkLst>
          <pc:docMk/>
          <pc:sldMk cId="1901844966" sldId="264"/>
        </pc:sldMkLst>
        <pc:spChg chg="mod">
          <ac:chgData name="Ivo Ramos" userId="b698fcab18d09c4c" providerId="LiveId" clId="{9486479B-09A7-454A-92D4-5F9E286FEEB9}" dt="2026-08-04T19:04:13.536" v="1030" actId="20577"/>
          <ac:spMkLst>
            <pc:docMk/>
            <pc:sldMk cId="1901844966" sldId="264"/>
            <ac:spMk id="2" creationId="{08381213-BAC4-028A-5122-1FEB00E9C3E3}"/>
          </ac:spMkLst>
        </pc:spChg>
        <pc:spChg chg="del mod">
          <ac:chgData name="Ivo Ramos" userId="b698fcab18d09c4c" providerId="LiveId" clId="{9486479B-09A7-454A-92D4-5F9E286FEEB9}" dt="2026-08-04T18:56:55.479" v="919" actId="26606"/>
          <ac:spMkLst>
            <pc:docMk/>
            <pc:sldMk cId="1901844966" sldId="264"/>
            <ac:spMk id="3" creationId="{17EF6040-1C2F-6DB9-F9FF-F6D2ECA3F090}"/>
          </ac:spMkLst>
        </pc:spChg>
        <pc:spChg chg="add del">
          <ac:chgData name="Ivo Ramos" userId="b698fcab18d09c4c" providerId="LiveId" clId="{9486479B-09A7-454A-92D4-5F9E286FEEB9}" dt="2026-08-04T19:01:15.696" v="997" actId="11529"/>
          <ac:spMkLst>
            <pc:docMk/>
            <pc:sldMk cId="1901844966" sldId="264"/>
            <ac:spMk id="7" creationId="{BAF476A5-3A81-EDFC-77C4-C4CFE8CF3C93}"/>
          </ac:spMkLst>
        </pc:spChg>
        <pc:spChg chg="add mod">
          <ac:chgData name="Ivo Ramos" userId="b698fcab18d09c4c" providerId="LiveId" clId="{9486479B-09A7-454A-92D4-5F9E286FEEB9}" dt="2026-08-04T19:02:22.039" v="1003" actId="1076"/>
          <ac:spMkLst>
            <pc:docMk/>
            <pc:sldMk cId="1901844966" sldId="264"/>
            <ac:spMk id="8" creationId="{69136388-F47E-C65D-3B39-2372DDFFF2D3}"/>
          </ac:spMkLst>
        </pc:spChg>
        <pc:spChg chg="add del">
          <ac:chgData name="Ivo Ramos" userId="b698fcab18d09c4c" providerId="LiveId" clId="{9486479B-09A7-454A-92D4-5F9E286FEEB9}" dt="2026-08-04T18:58:11.673" v="977" actId="26606"/>
          <ac:spMkLst>
            <pc:docMk/>
            <pc:sldMk cId="1901844966" sldId="264"/>
            <ac:spMk id="9" creationId="{F68B2C62-7648-4430-90D5-AE0F252AF113}"/>
          </ac:spMkLst>
        </pc:spChg>
        <pc:spChg chg="add">
          <ac:chgData name="Ivo Ramos" userId="b698fcab18d09c4c" providerId="LiveId" clId="{9486479B-09A7-454A-92D4-5F9E286FEEB9}" dt="2026-08-04T18:58:11.673" v="977" actId="26606"/>
          <ac:spMkLst>
            <pc:docMk/>
            <pc:sldMk cId="1901844966" sldId="264"/>
            <ac:spMk id="16" creationId="{985184E4-C93A-4E34-8365-1886AAC5DE60}"/>
          </ac:spMkLst>
        </pc:spChg>
        <pc:graphicFrameChg chg="add mod modGraphic">
          <ac:chgData name="Ivo Ramos" userId="b698fcab18d09c4c" providerId="LiveId" clId="{9486479B-09A7-454A-92D4-5F9E286FEEB9}" dt="2026-08-04T19:03:48.775" v="1012"/>
          <ac:graphicFrameMkLst>
            <pc:docMk/>
            <pc:sldMk cId="1901844966" sldId="264"/>
            <ac:graphicFrameMk id="5" creationId="{03893A84-3952-AC1E-28AB-F9CEDCC17CA1}"/>
          </ac:graphicFrameMkLst>
        </pc:graphicFrameChg>
        <pc:picChg chg="add mod">
          <ac:chgData name="Ivo Ramos" userId="b698fcab18d09c4c" providerId="LiveId" clId="{9486479B-09A7-454A-92D4-5F9E286FEEB9}" dt="2026-08-04T19:00:26.264" v="995" actId="1076"/>
          <ac:picMkLst>
            <pc:docMk/>
            <pc:sldMk cId="1901844966" sldId="264"/>
            <ac:picMk id="6" creationId="{B48A96FA-0C5C-8B06-043A-94597E1FD636}"/>
          </ac:picMkLst>
        </pc:picChg>
        <pc:cxnChg chg="add del">
          <ac:chgData name="Ivo Ramos" userId="b698fcab18d09c4c" providerId="LiveId" clId="{9486479B-09A7-454A-92D4-5F9E286FEEB9}" dt="2026-08-04T18:58:11.673" v="977" actId="26606"/>
          <ac:cxnSpMkLst>
            <pc:docMk/>
            <pc:sldMk cId="1901844966" sldId="264"/>
            <ac:cxnSpMk id="11" creationId="{0ADD27CF-4CE1-2871-1ABA-40FCA4D03214}"/>
          </ac:cxnSpMkLst>
        </pc:cxnChg>
        <pc:cxnChg chg="add">
          <ac:chgData name="Ivo Ramos" userId="b698fcab18d09c4c" providerId="LiveId" clId="{9486479B-09A7-454A-92D4-5F9E286FEEB9}" dt="2026-08-04T18:58:11.673" v="977" actId="26606"/>
          <ac:cxnSpMkLst>
            <pc:docMk/>
            <pc:sldMk cId="1901844966" sldId="264"/>
            <ac:cxnSpMk id="18" creationId="{8AB0D40B-37F7-4F1F-B956-AFC12066ABE3}"/>
          </ac:cxnSpMkLst>
        </pc:cxnChg>
      </pc:sldChg>
      <pc:sldChg chg="addSp delSp modSp new mod setBg">
        <pc:chgData name="Ivo Ramos" userId="b698fcab18d09c4c" providerId="LiveId" clId="{9486479B-09A7-454A-92D4-5F9E286FEEB9}" dt="2026-08-04T19:39:29.534" v="1334" actId="1076"/>
        <pc:sldMkLst>
          <pc:docMk/>
          <pc:sldMk cId="1184187838" sldId="265"/>
        </pc:sldMkLst>
        <pc:spChg chg="mod">
          <ac:chgData name="Ivo Ramos" userId="b698fcab18d09c4c" providerId="LiveId" clId="{9486479B-09A7-454A-92D4-5F9E286FEEB9}" dt="2026-08-04T19:38:05.551" v="1328" actId="26606"/>
          <ac:spMkLst>
            <pc:docMk/>
            <pc:sldMk cId="1184187838" sldId="265"/>
            <ac:spMk id="2" creationId="{CA3900B2-747C-C919-CDBE-6C6A13CDC6BB}"/>
          </ac:spMkLst>
        </pc:spChg>
        <pc:spChg chg="del mod">
          <ac:chgData name="Ivo Ramos" userId="b698fcab18d09c4c" providerId="LiveId" clId="{9486479B-09A7-454A-92D4-5F9E286FEEB9}" dt="2026-08-04T19:38:05.551" v="1328" actId="26606"/>
          <ac:spMkLst>
            <pc:docMk/>
            <pc:sldMk cId="1184187838" sldId="265"/>
            <ac:spMk id="3" creationId="{6E5FFA1A-0B97-EA7A-9DC5-5FECDFF3B630}"/>
          </ac:spMkLst>
        </pc:spChg>
        <pc:spChg chg="add">
          <ac:chgData name="Ivo Ramos" userId="b698fcab18d09c4c" providerId="LiveId" clId="{9486479B-09A7-454A-92D4-5F9E286FEEB9}" dt="2026-08-04T19:38:05.551" v="1328" actId="26606"/>
          <ac:spMkLst>
            <pc:docMk/>
            <pc:sldMk cId="1184187838" sldId="265"/>
            <ac:spMk id="9" creationId="{F68B2C62-7648-4430-90D5-AE0F252AF113}"/>
          </ac:spMkLst>
        </pc:spChg>
        <pc:graphicFrameChg chg="add">
          <ac:chgData name="Ivo Ramos" userId="b698fcab18d09c4c" providerId="LiveId" clId="{9486479B-09A7-454A-92D4-5F9E286FEEB9}" dt="2026-08-04T19:38:05.551" v="1328" actId="26606"/>
          <ac:graphicFrameMkLst>
            <pc:docMk/>
            <pc:sldMk cId="1184187838" sldId="265"/>
            <ac:graphicFrameMk id="6" creationId="{0CE0162F-6408-CE83-9C5A-EBB49033FBEC}"/>
          </ac:graphicFrameMkLst>
        </pc:graphicFrameChg>
        <pc:picChg chg="add del mod">
          <ac:chgData name="Ivo Ramos" userId="b698fcab18d09c4c" providerId="LiveId" clId="{9486479B-09A7-454A-92D4-5F9E286FEEB9}" dt="2026-08-04T19:37:34.155" v="1327" actId="478"/>
          <ac:picMkLst>
            <pc:docMk/>
            <pc:sldMk cId="1184187838" sldId="265"/>
            <ac:picMk id="5" creationId="{0C03EE79-9596-0D5D-E72A-C4D1FEBA6583}"/>
          </ac:picMkLst>
        </pc:picChg>
        <pc:picChg chg="add mod">
          <ac:chgData name="Ivo Ramos" userId="b698fcab18d09c4c" providerId="LiveId" clId="{9486479B-09A7-454A-92D4-5F9E286FEEB9}" dt="2026-08-04T19:39:29.534" v="1334" actId="1076"/>
          <ac:picMkLst>
            <pc:docMk/>
            <pc:sldMk cId="1184187838" sldId="265"/>
            <ac:picMk id="8" creationId="{095A17B1-8393-E69E-409D-314BE96DB991}"/>
          </ac:picMkLst>
        </pc:picChg>
        <pc:cxnChg chg="add">
          <ac:chgData name="Ivo Ramos" userId="b698fcab18d09c4c" providerId="LiveId" clId="{9486479B-09A7-454A-92D4-5F9E286FEEB9}" dt="2026-08-04T19:38:05.551" v="1328" actId="26606"/>
          <ac:cxnSpMkLst>
            <pc:docMk/>
            <pc:sldMk cId="1184187838" sldId="265"/>
            <ac:cxnSpMk id="11" creationId="{B75B4F83-6FDB-4998-8E11-31CE6E7040B7}"/>
          </ac:cxnSpMkLst>
        </pc:cxnChg>
        <pc:cxnChg chg="add">
          <ac:chgData name="Ivo Ramos" userId="b698fcab18d09c4c" providerId="LiveId" clId="{9486479B-09A7-454A-92D4-5F9E286FEEB9}" dt="2026-08-04T19:38:05.551" v="1328" actId="26606"/>
          <ac:cxnSpMkLst>
            <pc:docMk/>
            <pc:sldMk cId="1184187838" sldId="265"/>
            <ac:cxnSpMk id="13" creationId="{B0794B99-5B9D-4B94-9505-1EDED76CD61F}"/>
          </ac:cxnSpMkLst>
        </pc:cxnChg>
      </pc:sldChg>
      <pc:sldChg chg="addSp delSp modSp new mod setBg">
        <pc:chgData name="Ivo Ramos" userId="b698fcab18d09c4c" providerId="LiveId" clId="{9486479B-09A7-454A-92D4-5F9E286FEEB9}" dt="2026-08-04T19:58:38.530" v="1474" actId="1076"/>
        <pc:sldMkLst>
          <pc:docMk/>
          <pc:sldMk cId="558034286" sldId="266"/>
        </pc:sldMkLst>
        <pc:spChg chg="mod">
          <ac:chgData name="Ivo Ramos" userId="b698fcab18d09c4c" providerId="LiveId" clId="{9486479B-09A7-454A-92D4-5F9E286FEEB9}" dt="2026-08-04T19:49:22.267" v="1451" actId="26606"/>
          <ac:spMkLst>
            <pc:docMk/>
            <pc:sldMk cId="558034286" sldId="266"/>
            <ac:spMk id="2" creationId="{9B449873-AEF8-759F-32D4-156D8D9C872F}"/>
          </ac:spMkLst>
        </pc:spChg>
        <pc:spChg chg="del mod">
          <ac:chgData name="Ivo Ramos" userId="b698fcab18d09c4c" providerId="LiveId" clId="{9486479B-09A7-454A-92D4-5F9E286FEEB9}" dt="2026-08-04T19:49:22.267" v="1451" actId="26606"/>
          <ac:spMkLst>
            <pc:docMk/>
            <pc:sldMk cId="558034286" sldId="266"/>
            <ac:spMk id="3" creationId="{07714CCD-8EAB-585E-0AC4-75EB0804E969}"/>
          </ac:spMkLst>
        </pc:spChg>
        <pc:spChg chg="add del mod">
          <ac:chgData name="Ivo Ramos" userId="b698fcab18d09c4c" providerId="LiveId" clId="{9486479B-09A7-454A-92D4-5F9E286FEEB9}" dt="2026-08-04T19:55:15.524" v="1459"/>
          <ac:spMkLst>
            <pc:docMk/>
            <pc:sldMk cId="558034286" sldId="266"/>
            <ac:spMk id="7" creationId="{369530A4-4803-6AB8-F835-FEE6B6438D59}"/>
          </ac:spMkLst>
        </pc:spChg>
        <pc:spChg chg="add">
          <ac:chgData name="Ivo Ramos" userId="b698fcab18d09c4c" providerId="LiveId" clId="{9486479B-09A7-454A-92D4-5F9E286FEEB9}" dt="2026-08-04T19:49:22.267" v="1451" actId="26606"/>
          <ac:spMkLst>
            <pc:docMk/>
            <pc:sldMk cId="558034286" sldId="266"/>
            <ac:spMk id="9" creationId="{F68B2C62-7648-4430-90D5-AE0F252AF113}"/>
          </ac:spMkLst>
        </pc:spChg>
        <pc:graphicFrameChg chg="add">
          <ac:chgData name="Ivo Ramos" userId="b698fcab18d09c4c" providerId="LiveId" clId="{9486479B-09A7-454A-92D4-5F9E286FEEB9}" dt="2026-08-04T19:49:22.267" v="1451" actId="26606"/>
          <ac:graphicFrameMkLst>
            <pc:docMk/>
            <pc:sldMk cId="558034286" sldId="266"/>
            <ac:graphicFrameMk id="5" creationId="{42822DE4-8B20-F8EC-36D8-D2D486E973A9}"/>
          </ac:graphicFrameMkLst>
        </pc:graphicFrameChg>
        <pc:picChg chg="add mod">
          <ac:chgData name="Ivo Ramos" userId="b698fcab18d09c4c" providerId="LiveId" clId="{9486479B-09A7-454A-92D4-5F9E286FEEB9}" dt="2026-08-04T19:55:14.823" v="1457" actId="1076"/>
          <ac:picMkLst>
            <pc:docMk/>
            <pc:sldMk cId="558034286" sldId="266"/>
            <ac:picMk id="6" creationId="{6FF3EB7E-E77C-5481-788B-1BC67D5C84F5}"/>
          </ac:picMkLst>
        </pc:picChg>
        <pc:picChg chg="add mod">
          <ac:chgData name="Ivo Ramos" userId="b698fcab18d09c4c" providerId="LiveId" clId="{9486479B-09A7-454A-92D4-5F9E286FEEB9}" dt="2026-08-04T19:57:37.511" v="1468" actId="1076"/>
          <ac:picMkLst>
            <pc:docMk/>
            <pc:sldMk cId="558034286" sldId="266"/>
            <ac:picMk id="10" creationId="{DC51794E-4018-0508-F9EA-0789E958BCA2}"/>
          </ac:picMkLst>
        </pc:picChg>
        <pc:picChg chg="add mod">
          <ac:chgData name="Ivo Ramos" userId="b698fcab18d09c4c" providerId="LiveId" clId="{9486479B-09A7-454A-92D4-5F9E286FEEB9}" dt="2026-08-04T19:58:38.530" v="1474" actId="1076"/>
          <ac:picMkLst>
            <pc:docMk/>
            <pc:sldMk cId="558034286" sldId="266"/>
            <ac:picMk id="14" creationId="{371D000C-9E9D-0252-71B8-F1575A5CBE9A}"/>
          </ac:picMkLst>
        </pc:picChg>
        <pc:cxnChg chg="add">
          <ac:chgData name="Ivo Ramos" userId="b698fcab18d09c4c" providerId="LiveId" clId="{9486479B-09A7-454A-92D4-5F9E286FEEB9}" dt="2026-08-04T19:49:22.267" v="1451" actId="26606"/>
          <ac:cxnSpMkLst>
            <pc:docMk/>
            <pc:sldMk cId="558034286" sldId="266"/>
            <ac:cxnSpMk id="11" creationId="{AAD0195E-7F27-4D06-9427-0C121D721A14}"/>
          </ac:cxnSpMkLst>
        </pc:cxnChg>
        <pc:cxnChg chg="add">
          <ac:chgData name="Ivo Ramos" userId="b698fcab18d09c4c" providerId="LiveId" clId="{9486479B-09A7-454A-92D4-5F9E286FEEB9}" dt="2026-08-04T19:49:22.267" v="1451" actId="26606"/>
          <ac:cxnSpMkLst>
            <pc:docMk/>
            <pc:sldMk cId="558034286" sldId="266"/>
            <ac:cxnSpMk id="13" creationId="{9D74C2FC-3228-4FC1-B97B-87AD35508D91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E6A682-615E-4F4C-B706-416B3391850D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739B224-5F36-4EC5-8591-6B78FD491238}">
      <dgm:prSet/>
      <dgm:spPr/>
      <dgm:t>
        <a:bodyPr/>
        <a:lstStyle/>
        <a:p>
          <a:r>
            <a:rPr lang="es-AR"/>
            <a:t>¿Qué es?</a:t>
          </a:r>
          <a:endParaRPr lang="en-US"/>
        </a:p>
      </dgm:t>
    </dgm:pt>
    <dgm:pt modelId="{A1FCD221-FC8B-4615-B245-6DF5AF421224}" type="parTrans" cxnId="{F9A1D655-612F-42DB-A37C-3EF38C5A8771}">
      <dgm:prSet/>
      <dgm:spPr/>
      <dgm:t>
        <a:bodyPr/>
        <a:lstStyle/>
        <a:p>
          <a:endParaRPr lang="en-US"/>
        </a:p>
      </dgm:t>
    </dgm:pt>
    <dgm:pt modelId="{E2F0C8D7-CDD2-4DF8-985F-1F85F5A564FB}" type="sibTrans" cxnId="{F9A1D655-612F-42DB-A37C-3EF38C5A8771}">
      <dgm:prSet/>
      <dgm:spPr/>
      <dgm:t>
        <a:bodyPr/>
        <a:lstStyle/>
        <a:p>
          <a:endParaRPr lang="en-US"/>
        </a:p>
      </dgm:t>
    </dgm:pt>
    <dgm:pt modelId="{BFD889DD-0F27-40F9-9BAE-D7CDE50B9C12}">
      <dgm:prSet/>
      <dgm:spPr/>
      <dgm:t>
        <a:bodyPr/>
        <a:lstStyle/>
        <a:p>
          <a:r>
            <a:rPr lang="es-AR"/>
            <a:t>¿Cómo se inicia?</a:t>
          </a:r>
          <a:endParaRPr lang="en-US"/>
        </a:p>
      </dgm:t>
    </dgm:pt>
    <dgm:pt modelId="{59B96DDA-2CD3-42CA-AF05-C057CF9B85C9}" type="parTrans" cxnId="{602E9163-BBB8-4919-B2E3-EAFE4FCC1EDF}">
      <dgm:prSet/>
      <dgm:spPr/>
      <dgm:t>
        <a:bodyPr/>
        <a:lstStyle/>
        <a:p>
          <a:endParaRPr lang="en-US"/>
        </a:p>
      </dgm:t>
    </dgm:pt>
    <dgm:pt modelId="{DC583E10-E699-484C-A6D2-48CB6C083B93}" type="sibTrans" cxnId="{602E9163-BBB8-4919-B2E3-EAFE4FCC1EDF}">
      <dgm:prSet/>
      <dgm:spPr/>
      <dgm:t>
        <a:bodyPr/>
        <a:lstStyle/>
        <a:p>
          <a:endParaRPr lang="en-US"/>
        </a:p>
      </dgm:t>
    </dgm:pt>
    <dgm:pt modelId="{35395F73-03F4-40B0-8A1A-B29F5D860148}">
      <dgm:prSet/>
      <dgm:spPr/>
      <dgm:t>
        <a:bodyPr/>
        <a:lstStyle/>
        <a:p>
          <a:r>
            <a:rPr lang="es-AR"/>
            <a:t>¿Qué datos debe contener?</a:t>
          </a:r>
          <a:endParaRPr lang="en-US"/>
        </a:p>
      </dgm:t>
    </dgm:pt>
    <dgm:pt modelId="{D99AC285-5629-4AAE-91D2-AE4CF944296C}" type="parTrans" cxnId="{5F1D8617-1945-48F6-98E4-6968DCED0E55}">
      <dgm:prSet/>
      <dgm:spPr/>
      <dgm:t>
        <a:bodyPr/>
        <a:lstStyle/>
        <a:p>
          <a:endParaRPr lang="en-US"/>
        </a:p>
      </dgm:t>
    </dgm:pt>
    <dgm:pt modelId="{BBFECA89-043E-4E87-9A57-DC73FB5DC894}" type="sibTrans" cxnId="{5F1D8617-1945-48F6-98E4-6968DCED0E55}">
      <dgm:prSet/>
      <dgm:spPr/>
      <dgm:t>
        <a:bodyPr/>
        <a:lstStyle/>
        <a:p>
          <a:endParaRPr lang="en-US"/>
        </a:p>
      </dgm:t>
    </dgm:pt>
    <dgm:pt modelId="{F8E046FD-B1A9-414B-BA66-12D5A4BEFE09}">
      <dgm:prSet/>
      <dgm:spPr/>
      <dgm:t>
        <a:bodyPr/>
        <a:lstStyle/>
        <a:p>
          <a:r>
            <a:rPr lang="es-AR" dirty="0"/>
            <a:t>Acciones privativas de la libertad. Medidas de coerción personal</a:t>
          </a:r>
          <a:endParaRPr lang="en-US" dirty="0"/>
        </a:p>
      </dgm:t>
    </dgm:pt>
    <dgm:pt modelId="{58407035-BF77-490C-96B1-C54894FD4F62}" type="parTrans" cxnId="{2406EEA4-B8E2-4A16-B6C9-2ADE730CF972}">
      <dgm:prSet/>
      <dgm:spPr/>
      <dgm:t>
        <a:bodyPr/>
        <a:lstStyle/>
        <a:p>
          <a:endParaRPr lang="en-US"/>
        </a:p>
      </dgm:t>
    </dgm:pt>
    <dgm:pt modelId="{72FD6CA1-CD99-4DA6-83B7-76642F9CCE40}" type="sibTrans" cxnId="{2406EEA4-B8E2-4A16-B6C9-2ADE730CF972}">
      <dgm:prSet/>
      <dgm:spPr/>
      <dgm:t>
        <a:bodyPr/>
        <a:lstStyle/>
        <a:p>
          <a:endParaRPr lang="en-US"/>
        </a:p>
      </dgm:t>
    </dgm:pt>
    <dgm:pt modelId="{FDDBB763-CEBE-4B4A-B59F-B9DF3E7EB7AC}">
      <dgm:prSet/>
      <dgm:spPr/>
      <dgm:t>
        <a:bodyPr/>
        <a:lstStyle/>
        <a:p>
          <a:r>
            <a:rPr lang="es-AR"/>
            <a:t>Delitos típicos.</a:t>
          </a:r>
          <a:endParaRPr lang="en-US"/>
        </a:p>
      </dgm:t>
    </dgm:pt>
    <dgm:pt modelId="{120A2F71-8AD0-4B50-89C6-28E90B6013C8}" type="parTrans" cxnId="{5CE5B2FB-318B-4A24-8229-ED5E9F8570E3}">
      <dgm:prSet/>
      <dgm:spPr/>
      <dgm:t>
        <a:bodyPr/>
        <a:lstStyle/>
        <a:p>
          <a:endParaRPr lang="en-US"/>
        </a:p>
      </dgm:t>
    </dgm:pt>
    <dgm:pt modelId="{31E6100A-6069-4CE4-88E7-85E90210207A}" type="sibTrans" cxnId="{5CE5B2FB-318B-4A24-8229-ED5E9F8570E3}">
      <dgm:prSet/>
      <dgm:spPr/>
      <dgm:t>
        <a:bodyPr/>
        <a:lstStyle/>
        <a:p>
          <a:endParaRPr lang="en-US"/>
        </a:p>
      </dgm:t>
    </dgm:pt>
    <dgm:pt modelId="{D6BACC19-0ED8-4689-96BC-5BFAB6F8BF8F}">
      <dgm:prSet/>
      <dgm:spPr/>
      <dgm:t>
        <a:bodyPr/>
        <a:lstStyle/>
        <a:p>
          <a:r>
            <a:rPr lang="es-AR"/>
            <a:t>Actuaciones complementarias. Actas, notificaciones, etc.</a:t>
          </a:r>
          <a:endParaRPr lang="en-US"/>
        </a:p>
      </dgm:t>
    </dgm:pt>
    <dgm:pt modelId="{D13949ED-DD9E-4C09-9E34-7D191CE0DB03}" type="parTrans" cxnId="{64A34764-52A1-4364-8D26-2D8461EE910A}">
      <dgm:prSet/>
      <dgm:spPr/>
      <dgm:t>
        <a:bodyPr/>
        <a:lstStyle/>
        <a:p>
          <a:endParaRPr lang="en-US"/>
        </a:p>
      </dgm:t>
    </dgm:pt>
    <dgm:pt modelId="{F58ADABE-E433-4AAE-B725-596FCD8E979D}" type="sibTrans" cxnId="{64A34764-52A1-4364-8D26-2D8461EE910A}">
      <dgm:prSet/>
      <dgm:spPr/>
      <dgm:t>
        <a:bodyPr/>
        <a:lstStyle/>
        <a:p>
          <a:endParaRPr lang="en-US"/>
        </a:p>
      </dgm:t>
    </dgm:pt>
    <dgm:pt modelId="{B8DF6D51-3C69-4B54-A8A1-06D91D5ED2C9}">
      <dgm:prSet/>
      <dgm:spPr/>
      <dgm:t>
        <a:bodyPr/>
        <a:lstStyle/>
        <a:p>
          <a:r>
            <a:rPr lang="es-AR"/>
            <a:t>Protocolos.</a:t>
          </a:r>
          <a:endParaRPr lang="en-US"/>
        </a:p>
      </dgm:t>
    </dgm:pt>
    <dgm:pt modelId="{E3C05F9D-A8D0-4AD7-A7AF-1A98D7E2FEB9}" type="parTrans" cxnId="{88AD62B0-CE5E-4321-86E0-70464A329BEE}">
      <dgm:prSet/>
      <dgm:spPr/>
      <dgm:t>
        <a:bodyPr/>
        <a:lstStyle/>
        <a:p>
          <a:endParaRPr lang="en-US"/>
        </a:p>
      </dgm:t>
    </dgm:pt>
    <dgm:pt modelId="{9F738E23-B46D-4B6B-89D2-540EA0EDD1F1}" type="sibTrans" cxnId="{88AD62B0-CE5E-4321-86E0-70464A329BEE}">
      <dgm:prSet/>
      <dgm:spPr/>
      <dgm:t>
        <a:bodyPr/>
        <a:lstStyle/>
        <a:p>
          <a:endParaRPr lang="en-US"/>
        </a:p>
      </dgm:t>
    </dgm:pt>
    <dgm:pt modelId="{F39EB0A2-2522-474B-B1DD-BF57D1B352B0}">
      <dgm:prSet/>
      <dgm:spPr/>
      <dgm:t>
        <a:bodyPr/>
        <a:lstStyle/>
        <a:p>
          <a:r>
            <a:rPr lang="es-AR"/>
            <a:t>Comunicación con el Fiscal.</a:t>
          </a:r>
          <a:endParaRPr lang="en-US"/>
        </a:p>
      </dgm:t>
    </dgm:pt>
    <dgm:pt modelId="{B0E2199D-AC7D-4EC0-BF09-E39823C78B87}" type="parTrans" cxnId="{E0779C8A-C1DA-4D46-9CC0-562DFD069922}">
      <dgm:prSet/>
      <dgm:spPr/>
      <dgm:t>
        <a:bodyPr/>
        <a:lstStyle/>
        <a:p>
          <a:endParaRPr lang="en-US"/>
        </a:p>
      </dgm:t>
    </dgm:pt>
    <dgm:pt modelId="{BC8F8B14-162F-4018-A6B9-2847BD07E81B}" type="sibTrans" cxnId="{E0779C8A-C1DA-4D46-9CC0-562DFD069922}">
      <dgm:prSet/>
      <dgm:spPr/>
      <dgm:t>
        <a:bodyPr/>
        <a:lstStyle/>
        <a:p>
          <a:endParaRPr lang="en-US"/>
        </a:p>
      </dgm:t>
    </dgm:pt>
    <dgm:pt modelId="{C1D3555C-CD1D-45D3-986C-98B0984B35AB}" type="pres">
      <dgm:prSet presAssocID="{A1E6A682-615E-4F4C-B706-416B3391850D}" presName="vert0" presStyleCnt="0">
        <dgm:presLayoutVars>
          <dgm:dir/>
          <dgm:animOne val="branch"/>
          <dgm:animLvl val="lvl"/>
        </dgm:presLayoutVars>
      </dgm:prSet>
      <dgm:spPr/>
    </dgm:pt>
    <dgm:pt modelId="{0E458441-DFF8-4218-B2C1-3F801D8F42BB}" type="pres">
      <dgm:prSet presAssocID="{9739B224-5F36-4EC5-8591-6B78FD491238}" presName="thickLine" presStyleLbl="alignNode1" presStyleIdx="0" presStyleCnt="8"/>
      <dgm:spPr/>
    </dgm:pt>
    <dgm:pt modelId="{5C0B0F9D-4422-4108-BE4A-ADC9115B8A87}" type="pres">
      <dgm:prSet presAssocID="{9739B224-5F36-4EC5-8591-6B78FD491238}" presName="horz1" presStyleCnt="0"/>
      <dgm:spPr/>
    </dgm:pt>
    <dgm:pt modelId="{BFD02DB3-75E6-43A6-B052-AE8C12654DAB}" type="pres">
      <dgm:prSet presAssocID="{9739B224-5F36-4EC5-8591-6B78FD491238}" presName="tx1" presStyleLbl="revTx" presStyleIdx="0" presStyleCnt="8"/>
      <dgm:spPr/>
    </dgm:pt>
    <dgm:pt modelId="{C712514E-36FB-4EC4-9CEB-83C3EB7F2F9B}" type="pres">
      <dgm:prSet presAssocID="{9739B224-5F36-4EC5-8591-6B78FD491238}" presName="vert1" presStyleCnt="0"/>
      <dgm:spPr/>
    </dgm:pt>
    <dgm:pt modelId="{9C668D0D-387C-4E7A-BE7B-689D2256472F}" type="pres">
      <dgm:prSet presAssocID="{BFD889DD-0F27-40F9-9BAE-D7CDE50B9C12}" presName="thickLine" presStyleLbl="alignNode1" presStyleIdx="1" presStyleCnt="8"/>
      <dgm:spPr/>
    </dgm:pt>
    <dgm:pt modelId="{A4AC4D1F-B68B-4B22-ABE5-CECA31F3AF91}" type="pres">
      <dgm:prSet presAssocID="{BFD889DD-0F27-40F9-9BAE-D7CDE50B9C12}" presName="horz1" presStyleCnt="0"/>
      <dgm:spPr/>
    </dgm:pt>
    <dgm:pt modelId="{B4F5253F-31DB-4364-984D-3783AD1F5542}" type="pres">
      <dgm:prSet presAssocID="{BFD889DD-0F27-40F9-9BAE-D7CDE50B9C12}" presName="tx1" presStyleLbl="revTx" presStyleIdx="1" presStyleCnt="8"/>
      <dgm:spPr/>
    </dgm:pt>
    <dgm:pt modelId="{FFA4BC11-53DF-49F0-B815-18AFD5AE5839}" type="pres">
      <dgm:prSet presAssocID="{BFD889DD-0F27-40F9-9BAE-D7CDE50B9C12}" presName="vert1" presStyleCnt="0"/>
      <dgm:spPr/>
    </dgm:pt>
    <dgm:pt modelId="{4F237521-A2DD-4786-BA39-8592623A3921}" type="pres">
      <dgm:prSet presAssocID="{35395F73-03F4-40B0-8A1A-B29F5D860148}" presName="thickLine" presStyleLbl="alignNode1" presStyleIdx="2" presStyleCnt="8"/>
      <dgm:spPr/>
    </dgm:pt>
    <dgm:pt modelId="{FE6476B5-D147-471D-A182-C4E45FFC1C5D}" type="pres">
      <dgm:prSet presAssocID="{35395F73-03F4-40B0-8A1A-B29F5D860148}" presName="horz1" presStyleCnt="0"/>
      <dgm:spPr/>
    </dgm:pt>
    <dgm:pt modelId="{66BA0300-8A47-4116-9D72-DEF01A999D0A}" type="pres">
      <dgm:prSet presAssocID="{35395F73-03F4-40B0-8A1A-B29F5D860148}" presName="tx1" presStyleLbl="revTx" presStyleIdx="2" presStyleCnt="8"/>
      <dgm:spPr/>
    </dgm:pt>
    <dgm:pt modelId="{FF3730FD-D0EA-4BA3-B07A-5D7EA48D97D1}" type="pres">
      <dgm:prSet presAssocID="{35395F73-03F4-40B0-8A1A-B29F5D860148}" presName="vert1" presStyleCnt="0"/>
      <dgm:spPr/>
    </dgm:pt>
    <dgm:pt modelId="{1AA14C37-256A-4A08-A305-C55B8DEA00C5}" type="pres">
      <dgm:prSet presAssocID="{F8E046FD-B1A9-414B-BA66-12D5A4BEFE09}" presName="thickLine" presStyleLbl="alignNode1" presStyleIdx="3" presStyleCnt="8"/>
      <dgm:spPr/>
    </dgm:pt>
    <dgm:pt modelId="{4C00FDAF-6105-4DEC-A669-3559A4BDA1A3}" type="pres">
      <dgm:prSet presAssocID="{F8E046FD-B1A9-414B-BA66-12D5A4BEFE09}" presName="horz1" presStyleCnt="0"/>
      <dgm:spPr/>
    </dgm:pt>
    <dgm:pt modelId="{0296BB4F-FD8B-4CDE-BA67-373A12964978}" type="pres">
      <dgm:prSet presAssocID="{F8E046FD-B1A9-414B-BA66-12D5A4BEFE09}" presName="tx1" presStyleLbl="revTx" presStyleIdx="3" presStyleCnt="8"/>
      <dgm:spPr/>
    </dgm:pt>
    <dgm:pt modelId="{69BD359F-61D0-4AF6-B0A4-2FF8C1BEF6CF}" type="pres">
      <dgm:prSet presAssocID="{F8E046FD-B1A9-414B-BA66-12D5A4BEFE09}" presName="vert1" presStyleCnt="0"/>
      <dgm:spPr/>
    </dgm:pt>
    <dgm:pt modelId="{7A98D8DC-3B66-45E3-A505-E5472D7C197F}" type="pres">
      <dgm:prSet presAssocID="{FDDBB763-CEBE-4B4A-B59F-B9DF3E7EB7AC}" presName="thickLine" presStyleLbl="alignNode1" presStyleIdx="4" presStyleCnt="8"/>
      <dgm:spPr/>
    </dgm:pt>
    <dgm:pt modelId="{0EC298EF-9B3C-4DDD-B1CF-C666E5489ADA}" type="pres">
      <dgm:prSet presAssocID="{FDDBB763-CEBE-4B4A-B59F-B9DF3E7EB7AC}" presName="horz1" presStyleCnt="0"/>
      <dgm:spPr/>
    </dgm:pt>
    <dgm:pt modelId="{5A66D338-6519-41B5-80EC-93C5FB56AF84}" type="pres">
      <dgm:prSet presAssocID="{FDDBB763-CEBE-4B4A-B59F-B9DF3E7EB7AC}" presName="tx1" presStyleLbl="revTx" presStyleIdx="4" presStyleCnt="8"/>
      <dgm:spPr/>
    </dgm:pt>
    <dgm:pt modelId="{C4B11740-E5D4-4CEF-A36A-4D3315295711}" type="pres">
      <dgm:prSet presAssocID="{FDDBB763-CEBE-4B4A-B59F-B9DF3E7EB7AC}" presName="vert1" presStyleCnt="0"/>
      <dgm:spPr/>
    </dgm:pt>
    <dgm:pt modelId="{D99B6E0F-2D1E-4081-A612-CCB1ACFE3896}" type="pres">
      <dgm:prSet presAssocID="{D6BACC19-0ED8-4689-96BC-5BFAB6F8BF8F}" presName="thickLine" presStyleLbl="alignNode1" presStyleIdx="5" presStyleCnt="8"/>
      <dgm:spPr/>
    </dgm:pt>
    <dgm:pt modelId="{1A15FA0C-64B3-458C-A8ED-D9765ACCA4CC}" type="pres">
      <dgm:prSet presAssocID="{D6BACC19-0ED8-4689-96BC-5BFAB6F8BF8F}" presName="horz1" presStyleCnt="0"/>
      <dgm:spPr/>
    </dgm:pt>
    <dgm:pt modelId="{F6B2B768-6DCC-4A3E-9868-20627CC93F9B}" type="pres">
      <dgm:prSet presAssocID="{D6BACC19-0ED8-4689-96BC-5BFAB6F8BF8F}" presName="tx1" presStyleLbl="revTx" presStyleIdx="5" presStyleCnt="8"/>
      <dgm:spPr/>
    </dgm:pt>
    <dgm:pt modelId="{17AFF245-A5DC-49A2-93B5-50EE5C70AE8B}" type="pres">
      <dgm:prSet presAssocID="{D6BACC19-0ED8-4689-96BC-5BFAB6F8BF8F}" presName="vert1" presStyleCnt="0"/>
      <dgm:spPr/>
    </dgm:pt>
    <dgm:pt modelId="{2D387EAC-3FDB-497B-94CA-076DB5677FA7}" type="pres">
      <dgm:prSet presAssocID="{B8DF6D51-3C69-4B54-A8A1-06D91D5ED2C9}" presName="thickLine" presStyleLbl="alignNode1" presStyleIdx="6" presStyleCnt="8"/>
      <dgm:spPr/>
    </dgm:pt>
    <dgm:pt modelId="{C394E6E9-32D5-426E-9D8D-03E319AC9AE9}" type="pres">
      <dgm:prSet presAssocID="{B8DF6D51-3C69-4B54-A8A1-06D91D5ED2C9}" presName="horz1" presStyleCnt="0"/>
      <dgm:spPr/>
    </dgm:pt>
    <dgm:pt modelId="{4F20243D-22EC-4667-A642-5379EBC2D0E2}" type="pres">
      <dgm:prSet presAssocID="{B8DF6D51-3C69-4B54-A8A1-06D91D5ED2C9}" presName="tx1" presStyleLbl="revTx" presStyleIdx="6" presStyleCnt="8"/>
      <dgm:spPr/>
    </dgm:pt>
    <dgm:pt modelId="{509F7CD8-B8CB-4F9D-A7E1-365B73B1FDE9}" type="pres">
      <dgm:prSet presAssocID="{B8DF6D51-3C69-4B54-A8A1-06D91D5ED2C9}" presName="vert1" presStyleCnt="0"/>
      <dgm:spPr/>
    </dgm:pt>
    <dgm:pt modelId="{7B33EF7C-2C96-4149-965E-F6533A023E6B}" type="pres">
      <dgm:prSet presAssocID="{F39EB0A2-2522-474B-B1DD-BF57D1B352B0}" presName="thickLine" presStyleLbl="alignNode1" presStyleIdx="7" presStyleCnt="8"/>
      <dgm:spPr/>
    </dgm:pt>
    <dgm:pt modelId="{3AC7E051-225F-4238-B396-60732FDDB629}" type="pres">
      <dgm:prSet presAssocID="{F39EB0A2-2522-474B-B1DD-BF57D1B352B0}" presName="horz1" presStyleCnt="0"/>
      <dgm:spPr/>
    </dgm:pt>
    <dgm:pt modelId="{14B1D65A-0021-4B29-AFDE-FD80A076F1B1}" type="pres">
      <dgm:prSet presAssocID="{F39EB0A2-2522-474B-B1DD-BF57D1B352B0}" presName="tx1" presStyleLbl="revTx" presStyleIdx="7" presStyleCnt="8"/>
      <dgm:spPr/>
    </dgm:pt>
    <dgm:pt modelId="{9A5490BA-4505-4EC2-B7D6-CF827957683C}" type="pres">
      <dgm:prSet presAssocID="{F39EB0A2-2522-474B-B1DD-BF57D1B352B0}" presName="vert1" presStyleCnt="0"/>
      <dgm:spPr/>
    </dgm:pt>
  </dgm:ptLst>
  <dgm:cxnLst>
    <dgm:cxn modelId="{5F1D8617-1945-48F6-98E4-6968DCED0E55}" srcId="{A1E6A682-615E-4F4C-B706-416B3391850D}" destId="{35395F73-03F4-40B0-8A1A-B29F5D860148}" srcOrd="2" destOrd="0" parTransId="{D99AC285-5629-4AAE-91D2-AE4CF944296C}" sibTransId="{BBFECA89-043E-4E87-9A57-DC73FB5DC894}"/>
    <dgm:cxn modelId="{89B8FC1E-4B0B-4996-AD1E-B68E47DE8094}" type="presOf" srcId="{F39EB0A2-2522-474B-B1DD-BF57D1B352B0}" destId="{14B1D65A-0021-4B29-AFDE-FD80A076F1B1}" srcOrd="0" destOrd="0" presId="urn:microsoft.com/office/officeart/2008/layout/LinedList"/>
    <dgm:cxn modelId="{602E9163-BBB8-4919-B2E3-EAFE4FCC1EDF}" srcId="{A1E6A682-615E-4F4C-B706-416B3391850D}" destId="{BFD889DD-0F27-40F9-9BAE-D7CDE50B9C12}" srcOrd="1" destOrd="0" parTransId="{59B96DDA-2CD3-42CA-AF05-C057CF9B85C9}" sibTransId="{DC583E10-E699-484C-A6D2-48CB6C083B93}"/>
    <dgm:cxn modelId="{64A34764-52A1-4364-8D26-2D8461EE910A}" srcId="{A1E6A682-615E-4F4C-B706-416B3391850D}" destId="{D6BACC19-0ED8-4689-96BC-5BFAB6F8BF8F}" srcOrd="5" destOrd="0" parTransId="{D13949ED-DD9E-4C09-9E34-7D191CE0DB03}" sibTransId="{F58ADABE-E433-4AAE-B725-596FCD8E979D}"/>
    <dgm:cxn modelId="{8FBA2767-AA50-4760-B959-745835414033}" type="presOf" srcId="{F8E046FD-B1A9-414B-BA66-12D5A4BEFE09}" destId="{0296BB4F-FD8B-4CDE-BA67-373A12964978}" srcOrd="0" destOrd="0" presId="urn:microsoft.com/office/officeart/2008/layout/LinedList"/>
    <dgm:cxn modelId="{F9A1D655-612F-42DB-A37C-3EF38C5A8771}" srcId="{A1E6A682-615E-4F4C-B706-416B3391850D}" destId="{9739B224-5F36-4EC5-8591-6B78FD491238}" srcOrd="0" destOrd="0" parTransId="{A1FCD221-FC8B-4615-B245-6DF5AF421224}" sibTransId="{E2F0C8D7-CDD2-4DF8-985F-1F85F5A564FB}"/>
    <dgm:cxn modelId="{2135F385-9128-45C7-BAF9-DC51594EC9E5}" type="presOf" srcId="{9739B224-5F36-4EC5-8591-6B78FD491238}" destId="{BFD02DB3-75E6-43A6-B052-AE8C12654DAB}" srcOrd="0" destOrd="0" presId="urn:microsoft.com/office/officeart/2008/layout/LinedList"/>
    <dgm:cxn modelId="{E0779C8A-C1DA-4D46-9CC0-562DFD069922}" srcId="{A1E6A682-615E-4F4C-B706-416B3391850D}" destId="{F39EB0A2-2522-474B-B1DD-BF57D1B352B0}" srcOrd="7" destOrd="0" parTransId="{B0E2199D-AC7D-4EC0-BF09-E39823C78B87}" sibTransId="{BC8F8B14-162F-4018-A6B9-2847BD07E81B}"/>
    <dgm:cxn modelId="{765A9494-8A79-41E3-A5BA-2DBA1F80DCCA}" type="presOf" srcId="{BFD889DD-0F27-40F9-9BAE-D7CDE50B9C12}" destId="{B4F5253F-31DB-4364-984D-3783AD1F5542}" srcOrd="0" destOrd="0" presId="urn:microsoft.com/office/officeart/2008/layout/LinedList"/>
    <dgm:cxn modelId="{2406EEA4-B8E2-4A16-B6C9-2ADE730CF972}" srcId="{A1E6A682-615E-4F4C-B706-416B3391850D}" destId="{F8E046FD-B1A9-414B-BA66-12D5A4BEFE09}" srcOrd="3" destOrd="0" parTransId="{58407035-BF77-490C-96B1-C54894FD4F62}" sibTransId="{72FD6CA1-CD99-4DA6-83B7-76642F9CCE40}"/>
    <dgm:cxn modelId="{2E0379A9-BA75-4CFE-B8CD-1A70FD34FC56}" type="presOf" srcId="{35395F73-03F4-40B0-8A1A-B29F5D860148}" destId="{66BA0300-8A47-4116-9D72-DEF01A999D0A}" srcOrd="0" destOrd="0" presId="urn:microsoft.com/office/officeart/2008/layout/LinedList"/>
    <dgm:cxn modelId="{88AD62B0-CE5E-4321-86E0-70464A329BEE}" srcId="{A1E6A682-615E-4F4C-B706-416B3391850D}" destId="{B8DF6D51-3C69-4B54-A8A1-06D91D5ED2C9}" srcOrd="6" destOrd="0" parTransId="{E3C05F9D-A8D0-4AD7-A7AF-1A98D7E2FEB9}" sibTransId="{9F738E23-B46D-4B6B-89D2-540EA0EDD1F1}"/>
    <dgm:cxn modelId="{F26B8FBE-5653-48A3-86CC-D39662582F6A}" type="presOf" srcId="{FDDBB763-CEBE-4B4A-B59F-B9DF3E7EB7AC}" destId="{5A66D338-6519-41B5-80EC-93C5FB56AF84}" srcOrd="0" destOrd="0" presId="urn:microsoft.com/office/officeart/2008/layout/LinedList"/>
    <dgm:cxn modelId="{5CE5B2FB-318B-4A24-8229-ED5E9F8570E3}" srcId="{A1E6A682-615E-4F4C-B706-416B3391850D}" destId="{FDDBB763-CEBE-4B4A-B59F-B9DF3E7EB7AC}" srcOrd="4" destOrd="0" parTransId="{120A2F71-8AD0-4B50-89C6-28E90B6013C8}" sibTransId="{31E6100A-6069-4CE4-88E7-85E90210207A}"/>
    <dgm:cxn modelId="{1900EAFC-9E6C-49F0-8BA1-6430E35A317E}" type="presOf" srcId="{B8DF6D51-3C69-4B54-A8A1-06D91D5ED2C9}" destId="{4F20243D-22EC-4667-A642-5379EBC2D0E2}" srcOrd="0" destOrd="0" presId="urn:microsoft.com/office/officeart/2008/layout/LinedList"/>
    <dgm:cxn modelId="{B0F0A4FE-B45C-4AAD-A545-0B3B6A014EC2}" type="presOf" srcId="{D6BACC19-0ED8-4689-96BC-5BFAB6F8BF8F}" destId="{F6B2B768-6DCC-4A3E-9868-20627CC93F9B}" srcOrd="0" destOrd="0" presId="urn:microsoft.com/office/officeart/2008/layout/LinedList"/>
    <dgm:cxn modelId="{1B42A9FF-8027-4779-97A0-AC2AF057526D}" type="presOf" srcId="{A1E6A682-615E-4F4C-B706-416B3391850D}" destId="{C1D3555C-CD1D-45D3-986C-98B0984B35AB}" srcOrd="0" destOrd="0" presId="urn:microsoft.com/office/officeart/2008/layout/LinedList"/>
    <dgm:cxn modelId="{0801C48E-3E5A-4A4C-9DDD-F5C7CC993203}" type="presParOf" srcId="{C1D3555C-CD1D-45D3-986C-98B0984B35AB}" destId="{0E458441-DFF8-4218-B2C1-3F801D8F42BB}" srcOrd="0" destOrd="0" presId="urn:microsoft.com/office/officeart/2008/layout/LinedList"/>
    <dgm:cxn modelId="{D69A7101-5863-4E22-BD89-5088F64F8DD5}" type="presParOf" srcId="{C1D3555C-CD1D-45D3-986C-98B0984B35AB}" destId="{5C0B0F9D-4422-4108-BE4A-ADC9115B8A87}" srcOrd="1" destOrd="0" presId="urn:microsoft.com/office/officeart/2008/layout/LinedList"/>
    <dgm:cxn modelId="{59FDC8BB-177C-4A3B-87C5-F6058C6A93CA}" type="presParOf" srcId="{5C0B0F9D-4422-4108-BE4A-ADC9115B8A87}" destId="{BFD02DB3-75E6-43A6-B052-AE8C12654DAB}" srcOrd="0" destOrd="0" presId="urn:microsoft.com/office/officeart/2008/layout/LinedList"/>
    <dgm:cxn modelId="{1FE9FFC0-9F45-4344-92B6-1A585185FEE1}" type="presParOf" srcId="{5C0B0F9D-4422-4108-BE4A-ADC9115B8A87}" destId="{C712514E-36FB-4EC4-9CEB-83C3EB7F2F9B}" srcOrd="1" destOrd="0" presId="urn:microsoft.com/office/officeart/2008/layout/LinedList"/>
    <dgm:cxn modelId="{5E04B245-361D-491B-BC76-F7746174D8CB}" type="presParOf" srcId="{C1D3555C-CD1D-45D3-986C-98B0984B35AB}" destId="{9C668D0D-387C-4E7A-BE7B-689D2256472F}" srcOrd="2" destOrd="0" presId="urn:microsoft.com/office/officeart/2008/layout/LinedList"/>
    <dgm:cxn modelId="{998948BA-972C-4CFB-97EA-0B5F264346A9}" type="presParOf" srcId="{C1D3555C-CD1D-45D3-986C-98B0984B35AB}" destId="{A4AC4D1F-B68B-4B22-ABE5-CECA31F3AF91}" srcOrd="3" destOrd="0" presId="urn:microsoft.com/office/officeart/2008/layout/LinedList"/>
    <dgm:cxn modelId="{E2CCA67F-AD95-4FA6-9B43-773D803F2E97}" type="presParOf" srcId="{A4AC4D1F-B68B-4B22-ABE5-CECA31F3AF91}" destId="{B4F5253F-31DB-4364-984D-3783AD1F5542}" srcOrd="0" destOrd="0" presId="urn:microsoft.com/office/officeart/2008/layout/LinedList"/>
    <dgm:cxn modelId="{04F3B979-77C3-4286-8B48-B32D6735577D}" type="presParOf" srcId="{A4AC4D1F-B68B-4B22-ABE5-CECA31F3AF91}" destId="{FFA4BC11-53DF-49F0-B815-18AFD5AE5839}" srcOrd="1" destOrd="0" presId="urn:microsoft.com/office/officeart/2008/layout/LinedList"/>
    <dgm:cxn modelId="{82ABBDFB-D624-4912-9168-F4D96A401BFE}" type="presParOf" srcId="{C1D3555C-CD1D-45D3-986C-98B0984B35AB}" destId="{4F237521-A2DD-4786-BA39-8592623A3921}" srcOrd="4" destOrd="0" presId="urn:microsoft.com/office/officeart/2008/layout/LinedList"/>
    <dgm:cxn modelId="{70393942-5377-4D3B-A5EF-7D6B86FD0B25}" type="presParOf" srcId="{C1D3555C-CD1D-45D3-986C-98B0984B35AB}" destId="{FE6476B5-D147-471D-A182-C4E45FFC1C5D}" srcOrd="5" destOrd="0" presId="urn:microsoft.com/office/officeart/2008/layout/LinedList"/>
    <dgm:cxn modelId="{3443C3E3-94D2-4493-9694-061A549965A7}" type="presParOf" srcId="{FE6476B5-D147-471D-A182-C4E45FFC1C5D}" destId="{66BA0300-8A47-4116-9D72-DEF01A999D0A}" srcOrd="0" destOrd="0" presId="urn:microsoft.com/office/officeart/2008/layout/LinedList"/>
    <dgm:cxn modelId="{AEADD07C-075A-47CB-9376-8BC07245B207}" type="presParOf" srcId="{FE6476B5-D147-471D-A182-C4E45FFC1C5D}" destId="{FF3730FD-D0EA-4BA3-B07A-5D7EA48D97D1}" srcOrd="1" destOrd="0" presId="urn:microsoft.com/office/officeart/2008/layout/LinedList"/>
    <dgm:cxn modelId="{7D8F7DBB-25A2-47BA-AD2B-369ED77EF197}" type="presParOf" srcId="{C1D3555C-CD1D-45D3-986C-98B0984B35AB}" destId="{1AA14C37-256A-4A08-A305-C55B8DEA00C5}" srcOrd="6" destOrd="0" presId="urn:microsoft.com/office/officeart/2008/layout/LinedList"/>
    <dgm:cxn modelId="{24CF1D22-6F97-4876-B18B-742A6291159E}" type="presParOf" srcId="{C1D3555C-CD1D-45D3-986C-98B0984B35AB}" destId="{4C00FDAF-6105-4DEC-A669-3559A4BDA1A3}" srcOrd="7" destOrd="0" presId="urn:microsoft.com/office/officeart/2008/layout/LinedList"/>
    <dgm:cxn modelId="{CD9A0970-D03E-4166-AE42-6DEF6FA808CC}" type="presParOf" srcId="{4C00FDAF-6105-4DEC-A669-3559A4BDA1A3}" destId="{0296BB4F-FD8B-4CDE-BA67-373A12964978}" srcOrd="0" destOrd="0" presId="urn:microsoft.com/office/officeart/2008/layout/LinedList"/>
    <dgm:cxn modelId="{3A582FCA-06EB-4B00-A926-B4C0F71A7949}" type="presParOf" srcId="{4C00FDAF-6105-4DEC-A669-3559A4BDA1A3}" destId="{69BD359F-61D0-4AF6-B0A4-2FF8C1BEF6CF}" srcOrd="1" destOrd="0" presId="urn:microsoft.com/office/officeart/2008/layout/LinedList"/>
    <dgm:cxn modelId="{1B54B069-12DE-44C3-B4F2-BA23AC60E7CB}" type="presParOf" srcId="{C1D3555C-CD1D-45D3-986C-98B0984B35AB}" destId="{7A98D8DC-3B66-45E3-A505-E5472D7C197F}" srcOrd="8" destOrd="0" presId="urn:microsoft.com/office/officeart/2008/layout/LinedList"/>
    <dgm:cxn modelId="{15611F43-139F-4EBD-A33A-E5130958E552}" type="presParOf" srcId="{C1D3555C-CD1D-45D3-986C-98B0984B35AB}" destId="{0EC298EF-9B3C-4DDD-B1CF-C666E5489ADA}" srcOrd="9" destOrd="0" presId="urn:microsoft.com/office/officeart/2008/layout/LinedList"/>
    <dgm:cxn modelId="{CAFE13C7-AF03-4F51-9E74-7B374E8E44B9}" type="presParOf" srcId="{0EC298EF-9B3C-4DDD-B1CF-C666E5489ADA}" destId="{5A66D338-6519-41B5-80EC-93C5FB56AF84}" srcOrd="0" destOrd="0" presId="urn:microsoft.com/office/officeart/2008/layout/LinedList"/>
    <dgm:cxn modelId="{8C6228DA-5B5C-4241-8DBC-3C1F34E2200D}" type="presParOf" srcId="{0EC298EF-9B3C-4DDD-B1CF-C666E5489ADA}" destId="{C4B11740-E5D4-4CEF-A36A-4D3315295711}" srcOrd="1" destOrd="0" presId="urn:microsoft.com/office/officeart/2008/layout/LinedList"/>
    <dgm:cxn modelId="{44AD9AC2-458B-41CC-9DF0-1DFC48F91E20}" type="presParOf" srcId="{C1D3555C-CD1D-45D3-986C-98B0984B35AB}" destId="{D99B6E0F-2D1E-4081-A612-CCB1ACFE3896}" srcOrd="10" destOrd="0" presId="urn:microsoft.com/office/officeart/2008/layout/LinedList"/>
    <dgm:cxn modelId="{6694CD50-6ADF-434B-8010-A9B07D5EC8E1}" type="presParOf" srcId="{C1D3555C-CD1D-45D3-986C-98B0984B35AB}" destId="{1A15FA0C-64B3-458C-A8ED-D9765ACCA4CC}" srcOrd="11" destOrd="0" presId="urn:microsoft.com/office/officeart/2008/layout/LinedList"/>
    <dgm:cxn modelId="{9A63AA9B-89AC-4E1B-9592-EB81B552BDB1}" type="presParOf" srcId="{1A15FA0C-64B3-458C-A8ED-D9765ACCA4CC}" destId="{F6B2B768-6DCC-4A3E-9868-20627CC93F9B}" srcOrd="0" destOrd="0" presId="urn:microsoft.com/office/officeart/2008/layout/LinedList"/>
    <dgm:cxn modelId="{D3FC5647-BB2D-4BB6-8E2E-DC7D334133E5}" type="presParOf" srcId="{1A15FA0C-64B3-458C-A8ED-D9765ACCA4CC}" destId="{17AFF245-A5DC-49A2-93B5-50EE5C70AE8B}" srcOrd="1" destOrd="0" presId="urn:microsoft.com/office/officeart/2008/layout/LinedList"/>
    <dgm:cxn modelId="{D16D5087-9404-473F-BB52-1051DA3537A0}" type="presParOf" srcId="{C1D3555C-CD1D-45D3-986C-98B0984B35AB}" destId="{2D387EAC-3FDB-497B-94CA-076DB5677FA7}" srcOrd="12" destOrd="0" presId="urn:microsoft.com/office/officeart/2008/layout/LinedList"/>
    <dgm:cxn modelId="{47A9B785-D965-42A1-BFF1-BA5F8D8A7521}" type="presParOf" srcId="{C1D3555C-CD1D-45D3-986C-98B0984B35AB}" destId="{C394E6E9-32D5-426E-9D8D-03E319AC9AE9}" srcOrd="13" destOrd="0" presId="urn:microsoft.com/office/officeart/2008/layout/LinedList"/>
    <dgm:cxn modelId="{41E50E0E-0713-48BF-8347-D1242BFDF73A}" type="presParOf" srcId="{C394E6E9-32D5-426E-9D8D-03E319AC9AE9}" destId="{4F20243D-22EC-4667-A642-5379EBC2D0E2}" srcOrd="0" destOrd="0" presId="urn:microsoft.com/office/officeart/2008/layout/LinedList"/>
    <dgm:cxn modelId="{F2044048-2065-404A-B270-795BBB61F29D}" type="presParOf" srcId="{C394E6E9-32D5-426E-9D8D-03E319AC9AE9}" destId="{509F7CD8-B8CB-4F9D-A7E1-365B73B1FDE9}" srcOrd="1" destOrd="0" presId="urn:microsoft.com/office/officeart/2008/layout/LinedList"/>
    <dgm:cxn modelId="{DEB5BDDD-0D55-4DD1-9A4B-36AB411788DC}" type="presParOf" srcId="{C1D3555C-CD1D-45D3-986C-98B0984B35AB}" destId="{7B33EF7C-2C96-4149-965E-F6533A023E6B}" srcOrd="14" destOrd="0" presId="urn:microsoft.com/office/officeart/2008/layout/LinedList"/>
    <dgm:cxn modelId="{2C00C684-B0AB-4888-BE92-43A596AFBD62}" type="presParOf" srcId="{C1D3555C-CD1D-45D3-986C-98B0984B35AB}" destId="{3AC7E051-225F-4238-B396-60732FDDB629}" srcOrd="15" destOrd="0" presId="urn:microsoft.com/office/officeart/2008/layout/LinedList"/>
    <dgm:cxn modelId="{ACFA45D3-24AE-4FEB-BAF1-A2C13C6AB914}" type="presParOf" srcId="{3AC7E051-225F-4238-B396-60732FDDB629}" destId="{14B1D65A-0021-4B29-AFDE-FD80A076F1B1}" srcOrd="0" destOrd="0" presId="urn:microsoft.com/office/officeart/2008/layout/LinedList"/>
    <dgm:cxn modelId="{89C2F928-4437-4F28-A73F-6A3FEEC7D669}" type="presParOf" srcId="{3AC7E051-225F-4238-B396-60732FDDB629}" destId="{9A5490BA-4505-4EC2-B7D6-CF82795768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EDFA33-B93C-4AE2-A686-C77D52676EA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D7595C8-0C64-4AC9-AC22-631B9F2CB3B1}">
      <dgm:prSet/>
      <dgm:spPr/>
      <dgm:t>
        <a:bodyPr/>
        <a:lstStyle/>
        <a:p>
          <a:r>
            <a:rPr lang="es-AR" dirty="0"/>
            <a:t>De oficio.</a:t>
          </a:r>
          <a:endParaRPr lang="en-US" dirty="0"/>
        </a:p>
      </dgm:t>
    </dgm:pt>
    <dgm:pt modelId="{749B5688-AFF7-49B9-921A-9A891BDEB9CA}" type="parTrans" cxnId="{DD9FF73D-995C-4CF5-8892-AE404C897991}">
      <dgm:prSet/>
      <dgm:spPr/>
      <dgm:t>
        <a:bodyPr/>
        <a:lstStyle/>
        <a:p>
          <a:endParaRPr lang="en-US"/>
        </a:p>
      </dgm:t>
    </dgm:pt>
    <dgm:pt modelId="{0AACBE7A-36AD-45B8-9820-07CF77085303}" type="sibTrans" cxnId="{DD9FF73D-995C-4CF5-8892-AE404C897991}">
      <dgm:prSet/>
      <dgm:spPr/>
      <dgm:t>
        <a:bodyPr/>
        <a:lstStyle/>
        <a:p>
          <a:endParaRPr lang="en-US"/>
        </a:p>
      </dgm:t>
    </dgm:pt>
    <dgm:pt modelId="{F78D9290-5C86-4011-A037-EF60E9A9B1D9}">
      <dgm:prSet/>
      <dgm:spPr/>
      <dgm:t>
        <a:bodyPr/>
        <a:lstStyle/>
        <a:p>
          <a:r>
            <a:rPr lang="es-AR" dirty="0"/>
            <a:t>Flagrancia.</a:t>
          </a:r>
          <a:endParaRPr lang="en-US" dirty="0"/>
        </a:p>
      </dgm:t>
    </dgm:pt>
    <dgm:pt modelId="{1733A7EE-0AAB-4884-8BA8-8E9486A523B8}" type="sibTrans" cxnId="{E53DAD26-1846-4656-87B3-E2082C8A1244}">
      <dgm:prSet/>
      <dgm:spPr/>
      <dgm:t>
        <a:bodyPr/>
        <a:lstStyle/>
        <a:p>
          <a:endParaRPr lang="en-US"/>
        </a:p>
      </dgm:t>
    </dgm:pt>
    <dgm:pt modelId="{48AA6DB2-151C-4153-B53A-B4778B1CBA42}" type="parTrans" cxnId="{E53DAD26-1846-4656-87B3-E2082C8A1244}">
      <dgm:prSet/>
      <dgm:spPr/>
      <dgm:t>
        <a:bodyPr/>
        <a:lstStyle/>
        <a:p>
          <a:endParaRPr lang="en-US"/>
        </a:p>
      </dgm:t>
    </dgm:pt>
    <dgm:pt modelId="{ED6B7F79-7666-4750-9D4D-4F3E2DDCA5D6}">
      <dgm:prSet/>
      <dgm:spPr/>
      <dgm:t>
        <a:bodyPr/>
        <a:lstStyle/>
        <a:p>
          <a:r>
            <a:rPr lang="es-AR" dirty="0"/>
            <a:t>Comisión, requerimiento.</a:t>
          </a:r>
          <a:endParaRPr lang="en-US" dirty="0"/>
        </a:p>
      </dgm:t>
    </dgm:pt>
    <dgm:pt modelId="{5BFF6774-B292-4E66-9753-D46D30A21F37}" type="sibTrans" cxnId="{16E7D14D-FCF6-45B5-B932-2986E9875B19}">
      <dgm:prSet/>
      <dgm:spPr/>
      <dgm:t>
        <a:bodyPr/>
        <a:lstStyle/>
        <a:p>
          <a:endParaRPr lang="en-US"/>
        </a:p>
      </dgm:t>
    </dgm:pt>
    <dgm:pt modelId="{143B1ADB-F1A5-45E7-AF42-F45CF6B549D0}" type="parTrans" cxnId="{16E7D14D-FCF6-45B5-B932-2986E9875B19}">
      <dgm:prSet/>
      <dgm:spPr/>
      <dgm:t>
        <a:bodyPr/>
        <a:lstStyle/>
        <a:p>
          <a:endParaRPr lang="en-US"/>
        </a:p>
      </dgm:t>
    </dgm:pt>
    <dgm:pt modelId="{07C0C492-223B-416E-80D2-C886621A5560}" type="pres">
      <dgm:prSet presAssocID="{52EDFA33-B93C-4AE2-A686-C77D52676EA5}" presName="linear" presStyleCnt="0">
        <dgm:presLayoutVars>
          <dgm:animLvl val="lvl"/>
          <dgm:resizeHandles val="exact"/>
        </dgm:presLayoutVars>
      </dgm:prSet>
      <dgm:spPr/>
    </dgm:pt>
    <dgm:pt modelId="{5C513B01-DD32-40D1-BC27-BFADD4789446}" type="pres">
      <dgm:prSet presAssocID="{CD7595C8-0C64-4AC9-AC22-631B9F2CB3B1}" presName="parentText" presStyleLbl="node1" presStyleIdx="0" presStyleCnt="3" custLinFactY="-35514" custLinFactNeighborX="1683" custLinFactNeighborY="-100000">
        <dgm:presLayoutVars>
          <dgm:chMax val="0"/>
          <dgm:bulletEnabled val="1"/>
        </dgm:presLayoutVars>
      </dgm:prSet>
      <dgm:spPr/>
    </dgm:pt>
    <dgm:pt modelId="{A03BEF91-1D9C-4CCB-A0CC-D22342C282F2}" type="pres">
      <dgm:prSet presAssocID="{0AACBE7A-36AD-45B8-9820-07CF77085303}" presName="spacer" presStyleCnt="0"/>
      <dgm:spPr/>
    </dgm:pt>
    <dgm:pt modelId="{D3408BA4-DBC3-4ADC-BA8B-48B76A60791D}" type="pres">
      <dgm:prSet presAssocID="{F78D9290-5C86-4011-A037-EF60E9A9B1D9}" presName="parentText" presStyleLbl="node1" presStyleIdx="1" presStyleCnt="3" custLinFactY="-18051" custLinFactNeighborX="-1013" custLinFactNeighborY="-100000">
        <dgm:presLayoutVars>
          <dgm:chMax val="0"/>
          <dgm:bulletEnabled val="1"/>
        </dgm:presLayoutVars>
      </dgm:prSet>
      <dgm:spPr/>
    </dgm:pt>
    <dgm:pt modelId="{47D7BF5C-A3CD-4BEA-9B45-075E319E87E7}" type="pres">
      <dgm:prSet presAssocID="{1733A7EE-0AAB-4884-8BA8-8E9486A523B8}" presName="spacer" presStyleCnt="0"/>
      <dgm:spPr/>
    </dgm:pt>
    <dgm:pt modelId="{A694D47F-1E6B-4B1F-8A71-2CD2FF17EA58}" type="pres">
      <dgm:prSet presAssocID="{ED6B7F79-7666-4750-9D4D-4F3E2DDCA5D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567DA1A-8BE8-4BE7-B6E2-000BFED43FDE}" type="presOf" srcId="{52EDFA33-B93C-4AE2-A686-C77D52676EA5}" destId="{07C0C492-223B-416E-80D2-C886621A5560}" srcOrd="0" destOrd="0" presId="urn:microsoft.com/office/officeart/2005/8/layout/vList2"/>
    <dgm:cxn modelId="{E53DAD26-1846-4656-87B3-E2082C8A1244}" srcId="{52EDFA33-B93C-4AE2-A686-C77D52676EA5}" destId="{F78D9290-5C86-4011-A037-EF60E9A9B1D9}" srcOrd="1" destOrd="0" parTransId="{48AA6DB2-151C-4153-B53A-B4778B1CBA42}" sibTransId="{1733A7EE-0AAB-4884-8BA8-8E9486A523B8}"/>
    <dgm:cxn modelId="{DD9FF73D-995C-4CF5-8892-AE404C897991}" srcId="{52EDFA33-B93C-4AE2-A686-C77D52676EA5}" destId="{CD7595C8-0C64-4AC9-AC22-631B9F2CB3B1}" srcOrd="0" destOrd="0" parTransId="{749B5688-AFF7-49B9-921A-9A891BDEB9CA}" sibTransId="{0AACBE7A-36AD-45B8-9820-07CF77085303}"/>
    <dgm:cxn modelId="{67F17D6C-C3E6-493C-A601-11367357216A}" type="presOf" srcId="{ED6B7F79-7666-4750-9D4D-4F3E2DDCA5D6}" destId="{A694D47F-1E6B-4B1F-8A71-2CD2FF17EA58}" srcOrd="0" destOrd="0" presId="urn:microsoft.com/office/officeart/2005/8/layout/vList2"/>
    <dgm:cxn modelId="{16E7D14D-FCF6-45B5-B932-2986E9875B19}" srcId="{52EDFA33-B93C-4AE2-A686-C77D52676EA5}" destId="{ED6B7F79-7666-4750-9D4D-4F3E2DDCA5D6}" srcOrd="2" destOrd="0" parTransId="{143B1ADB-F1A5-45E7-AF42-F45CF6B549D0}" sibTransId="{5BFF6774-B292-4E66-9753-D46D30A21F37}"/>
    <dgm:cxn modelId="{BAC5D89B-8AE3-4734-BC8C-D61B71A72813}" type="presOf" srcId="{CD7595C8-0C64-4AC9-AC22-631B9F2CB3B1}" destId="{5C513B01-DD32-40D1-BC27-BFADD4789446}" srcOrd="0" destOrd="0" presId="urn:microsoft.com/office/officeart/2005/8/layout/vList2"/>
    <dgm:cxn modelId="{599F29CD-1720-4448-9A6C-FE2109838142}" type="presOf" srcId="{F78D9290-5C86-4011-A037-EF60E9A9B1D9}" destId="{D3408BA4-DBC3-4ADC-BA8B-48B76A60791D}" srcOrd="0" destOrd="0" presId="urn:microsoft.com/office/officeart/2005/8/layout/vList2"/>
    <dgm:cxn modelId="{7E08450D-88EA-47B9-8865-4273187A3298}" type="presParOf" srcId="{07C0C492-223B-416E-80D2-C886621A5560}" destId="{5C513B01-DD32-40D1-BC27-BFADD4789446}" srcOrd="0" destOrd="0" presId="urn:microsoft.com/office/officeart/2005/8/layout/vList2"/>
    <dgm:cxn modelId="{BE1CBD22-B776-403E-ABB3-B30CCB9A6FA3}" type="presParOf" srcId="{07C0C492-223B-416E-80D2-C886621A5560}" destId="{A03BEF91-1D9C-4CCB-A0CC-D22342C282F2}" srcOrd="1" destOrd="0" presId="urn:microsoft.com/office/officeart/2005/8/layout/vList2"/>
    <dgm:cxn modelId="{172A6639-186E-4465-9DF3-68B43B11CA48}" type="presParOf" srcId="{07C0C492-223B-416E-80D2-C886621A5560}" destId="{D3408BA4-DBC3-4ADC-BA8B-48B76A60791D}" srcOrd="2" destOrd="0" presId="urn:microsoft.com/office/officeart/2005/8/layout/vList2"/>
    <dgm:cxn modelId="{1DAEACDA-B374-4804-9729-0E66F1045A64}" type="presParOf" srcId="{07C0C492-223B-416E-80D2-C886621A5560}" destId="{47D7BF5C-A3CD-4BEA-9B45-075E319E87E7}" srcOrd="3" destOrd="0" presId="urn:microsoft.com/office/officeart/2005/8/layout/vList2"/>
    <dgm:cxn modelId="{15DE495B-9E1B-47AB-9F06-91361E5C0FBF}" type="presParOf" srcId="{07C0C492-223B-416E-80D2-C886621A5560}" destId="{A694D47F-1E6B-4B1F-8A71-2CD2FF17EA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2099BC-F929-40A2-9D48-E77ACA55C4DE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4A4DECF-8237-4947-83E3-7121CEE52CEB}">
      <dgm:prSet/>
      <dgm:spPr/>
      <dgm:t>
        <a:bodyPr/>
        <a:lstStyle/>
        <a:p>
          <a:r>
            <a:rPr lang="es-AR"/>
            <a:t>Datos del personal actuante.</a:t>
          </a:r>
          <a:endParaRPr lang="en-US"/>
        </a:p>
      </dgm:t>
    </dgm:pt>
    <dgm:pt modelId="{016D34BD-3016-4C9C-B0DB-1361C56F8B1F}" type="parTrans" cxnId="{544F1C48-86E6-43F9-BE9E-D4C68F09F26C}">
      <dgm:prSet/>
      <dgm:spPr/>
      <dgm:t>
        <a:bodyPr/>
        <a:lstStyle/>
        <a:p>
          <a:endParaRPr lang="en-US"/>
        </a:p>
      </dgm:t>
    </dgm:pt>
    <dgm:pt modelId="{EFE3F343-3BB2-44DE-9743-6EE959249361}" type="sibTrans" cxnId="{544F1C48-86E6-43F9-BE9E-D4C68F09F26C}">
      <dgm:prSet/>
      <dgm:spPr/>
      <dgm:t>
        <a:bodyPr/>
        <a:lstStyle/>
        <a:p>
          <a:endParaRPr lang="en-US"/>
        </a:p>
      </dgm:t>
    </dgm:pt>
    <dgm:pt modelId="{965BB444-7C74-4CA2-A010-6DC32D685CEC}">
      <dgm:prSet/>
      <dgm:spPr/>
      <dgm:t>
        <a:bodyPr/>
        <a:lstStyle/>
        <a:p>
          <a:r>
            <a:rPr lang="es-AR"/>
            <a:t>Lugar.</a:t>
          </a:r>
          <a:endParaRPr lang="en-US"/>
        </a:p>
      </dgm:t>
    </dgm:pt>
    <dgm:pt modelId="{198F0B6F-4B19-4DE3-9B84-56CA569ECE7C}" type="parTrans" cxnId="{83CD6BD2-0002-49B2-8D20-85E790631555}">
      <dgm:prSet/>
      <dgm:spPr/>
      <dgm:t>
        <a:bodyPr/>
        <a:lstStyle/>
        <a:p>
          <a:endParaRPr lang="en-US"/>
        </a:p>
      </dgm:t>
    </dgm:pt>
    <dgm:pt modelId="{634BB98D-17E1-49F9-AFD9-0B1CBAE16FDE}" type="sibTrans" cxnId="{83CD6BD2-0002-49B2-8D20-85E790631555}">
      <dgm:prSet/>
      <dgm:spPr/>
      <dgm:t>
        <a:bodyPr/>
        <a:lstStyle/>
        <a:p>
          <a:endParaRPr lang="en-US"/>
        </a:p>
      </dgm:t>
    </dgm:pt>
    <dgm:pt modelId="{336121CA-15E5-4D90-A10E-B741ACF70D95}">
      <dgm:prSet/>
      <dgm:spPr/>
      <dgm:t>
        <a:bodyPr/>
        <a:lstStyle/>
        <a:p>
          <a:r>
            <a:rPr lang="es-AR"/>
            <a:t>Cronología.</a:t>
          </a:r>
          <a:endParaRPr lang="en-US"/>
        </a:p>
      </dgm:t>
    </dgm:pt>
    <dgm:pt modelId="{3FC9225D-F845-4EC6-90D1-61053F48536A}" type="parTrans" cxnId="{E6374C5B-BA98-4322-8B7F-F1FE469D4373}">
      <dgm:prSet/>
      <dgm:spPr/>
      <dgm:t>
        <a:bodyPr/>
        <a:lstStyle/>
        <a:p>
          <a:endParaRPr lang="en-US"/>
        </a:p>
      </dgm:t>
    </dgm:pt>
    <dgm:pt modelId="{A9D627A3-FCE1-43A2-AE42-E0A44F37CC65}" type="sibTrans" cxnId="{E6374C5B-BA98-4322-8B7F-F1FE469D4373}">
      <dgm:prSet/>
      <dgm:spPr/>
      <dgm:t>
        <a:bodyPr/>
        <a:lstStyle/>
        <a:p>
          <a:endParaRPr lang="en-US"/>
        </a:p>
      </dgm:t>
    </dgm:pt>
    <dgm:pt modelId="{C9D70C2D-5821-4ED7-8622-CBC3992DCC4D}">
      <dgm:prSet/>
      <dgm:spPr/>
      <dgm:t>
        <a:bodyPr/>
        <a:lstStyle/>
        <a:p>
          <a:r>
            <a:rPr lang="es-AR"/>
            <a:t>Circunstancias (patrullaje, comisión, colaboración, ).</a:t>
          </a:r>
          <a:endParaRPr lang="en-US"/>
        </a:p>
      </dgm:t>
    </dgm:pt>
    <dgm:pt modelId="{7553ED6F-3A50-465E-822A-5AA91B7B4139}" type="parTrans" cxnId="{3304C9E7-5CB3-4107-B57A-DB90D40C40D3}">
      <dgm:prSet/>
      <dgm:spPr/>
      <dgm:t>
        <a:bodyPr/>
        <a:lstStyle/>
        <a:p>
          <a:endParaRPr lang="en-US"/>
        </a:p>
      </dgm:t>
    </dgm:pt>
    <dgm:pt modelId="{B804DBB3-61DF-423C-B2AC-4D94540FAB65}" type="sibTrans" cxnId="{3304C9E7-5CB3-4107-B57A-DB90D40C40D3}">
      <dgm:prSet/>
      <dgm:spPr/>
      <dgm:t>
        <a:bodyPr/>
        <a:lstStyle/>
        <a:p>
          <a:endParaRPr lang="en-US"/>
        </a:p>
      </dgm:t>
    </dgm:pt>
    <dgm:pt modelId="{CC42066E-F25A-4B77-A396-6F76704F6EEE}">
      <dgm:prSet/>
      <dgm:spPr/>
      <dgm:t>
        <a:bodyPr/>
        <a:lstStyle/>
        <a:p>
          <a:r>
            <a:rPr lang="es-AR"/>
            <a:t>Personal interviniente, presentes, colaboradores, testigos, etc.</a:t>
          </a:r>
          <a:endParaRPr lang="en-US"/>
        </a:p>
      </dgm:t>
    </dgm:pt>
    <dgm:pt modelId="{177A8F73-F266-4EB3-9DF4-DE6BEDDA8903}" type="parTrans" cxnId="{510E0606-A797-41D2-9F72-5C8D9CB21066}">
      <dgm:prSet/>
      <dgm:spPr/>
      <dgm:t>
        <a:bodyPr/>
        <a:lstStyle/>
        <a:p>
          <a:endParaRPr lang="en-US"/>
        </a:p>
      </dgm:t>
    </dgm:pt>
    <dgm:pt modelId="{B7483C9C-F27F-479A-AF9B-3AB76C595E1B}" type="sibTrans" cxnId="{510E0606-A797-41D2-9F72-5C8D9CB21066}">
      <dgm:prSet/>
      <dgm:spPr/>
      <dgm:t>
        <a:bodyPr/>
        <a:lstStyle/>
        <a:p>
          <a:endParaRPr lang="en-US"/>
        </a:p>
      </dgm:t>
    </dgm:pt>
    <dgm:pt modelId="{9032893D-3E59-450D-934C-230EFF527C96}">
      <dgm:prSet/>
      <dgm:spPr/>
      <dgm:t>
        <a:bodyPr/>
        <a:lstStyle/>
        <a:p>
          <a:r>
            <a:rPr lang="es-AR"/>
            <a:t>Relato minucioso, detallado y claro.</a:t>
          </a:r>
          <a:endParaRPr lang="en-US"/>
        </a:p>
      </dgm:t>
    </dgm:pt>
    <dgm:pt modelId="{A4AEA9B8-A345-46E0-B7B8-1BA9A33A3010}" type="parTrans" cxnId="{03BE159C-BF0D-4663-8218-DF64FA8E6BEC}">
      <dgm:prSet/>
      <dgm:spPr/>
      <dgm:t>
        <a:bodyPr/>
        <a:lstStyle/>
        <a:p>
          <a:endParaRPr lang="en-US"/>
        </a:p>
      </dgm:t>
    </dgm:pt>
    <dgm:pt modelId="{32956EB9-E553-417E-A70B-DB7BA339242A}" type="sibTrans" cxnId="{03BE159C-BF0D-4663-8218-DF64FA8E6BEC}">
      <dgm:prSet/>
      <dgm:spPr/>
      <dgm:t>
        <a:bodyPr/>
        <a:lstStyle/>
        <a:p>
          <a:endParaRPr lang="en-US"/>
        </a:p>
      </dgm:t>
    </dgm:pt>
    <dgm:pt modelId="{A869D32E-09ED-473B-80D6-8964B8FB2650}">
      <dgm:prSet/>
      <dgm:spPr/>
      <dgm:t>
        <a:bodyPr/>
        <a:lstStyle/>
        <a:p>
          <a:r>
            <a:rPr lang="es-AR"/>
            <a:t>Cierre.</a:t>
          </a:r>
          <a:endParaRPr lang="en-US"/>
        </a:p>
      </dgm:t>
    </dgm:pt>
    <dgm:pt modelId="{0E861255-92AF-414F-BD6D-AE481E230712}" type="parTrans" cxnId="{CCD5481E-07D7-4254-861A-01EDE65F1513}">
      <dgm:prSet/>
      <dgm:spPr/>
      <dgm:t>
        <a:bodyPr/>
        <a:lstStyle/>
        <a:p>
          <a:endParaRPr lang="en-US"/>
        </a:p>
      </dgm:t>
    </dgm:pt>
    <dgm:pt modelId="{E596E052-4DA9-4D89-9789-BB8CA3DF9F83}" type="sibTrans" cxnId="{CCD5481E-07D7-4254-861A-01EDE65F1513}">
      <dgm:prSet/>
      <dgm:spPr/>
      <dgm:t>
        <a:bodyPr/>
        <a:lstStyle/>
        <a:p>
          <a:endParaRPr lang="en-US"/>
        </a:p>
      </dgm:t>
    </dgm:pt>
    <dgm:pt modelId="{9345621B-55D9-4FA9-8100-9626160FF68E}" type="pres">
      <dgm:prSet presAssocID="{F52099BC-F929-40A2-9D48-E77ACA55C4DE}" presName="vert0" presStyleCnt="0">
        <dgm:presLayoutVars>
          <dgm:dir/>
          <dgm:animOne val="branch"/>
          <dgm:animLvl val="lvl"/>
        </dgm:presLayoutVars>
      </dgm:prSet>
      <dgm:spPr/>
    </dgm:pt>
    <dgm:pt modelId="{08C82351-60AA-4F6B-9585-7738E57C8BB5}" type="pres">
      <dgm:prSet presAssocID="{84A4DECF-8237-4947-83E3-7121CEE52CEB}" presName="thickLine" presStyleLbl="alignNode1" presStyleIdx="0" presStyleCnt="7"/>
      <dgm:spPr/>
    </dgm:pt>
    <dgm:pt modelId="{9D11BD04-BACE-4CBD-85E2-7113A4327955}" type="pres">
      <dgm:prSet presAssocID="{84A4DECF-8237-4947-83E3-7121CEE52CEB}" presName="horz1" presStyleCnt="0"/>
      <dgm:spPr/>
    </dgm:pt>
    <dgm:pt modelId="{71190BAE-2981-4C39-ADBC-D2D355B98BE7}" type="pres">
      <dgm:prSet presAssocID="{84A4DECF-8237-4947-83E3-7121CEE52CEB}" presName="tx1" presStyleLbl="revTx" presStyleIdx="0" presStyleCnt="7"/>
      <dgm:spPr/>
    </dgm:pt>
    <dgm:pt modelId="{5FB74C20-92A2-4B57-A0C1-A89E69B595AD}" type="pres">
      <dgm:prSet presAssocID="{84A4DECF-8237-4947-83E3-7121CEE52CEB}" presName="vert1" presStyleCnt="0"/>
      <dgm:spPr/>
    </dgm:pt>
    <dgm:pt modelId="{B0F5BD2B-7551-42F8-BD79-9ACBE165B06D}" type="pres">
      <dgm:prSet presAssocID="{965BB444-7C74-4CA2-A010-6DC32D685CEC}" presName="thickLine" presStyleLbl="alignNode1" presStyleIdx="1" presStyleCnt="7"/>
      <dgm:spPr/>
    </dgm:pt>
    <dgm:pt modelId="{6D5E1D1B-41A4-48B6-B034-D4E4D3411AFA}" type="pres">
      <dgm:prSet presAssocID="{965BB444-7C74-4CA2-A010-6DC32D685CEC}" presName="horz1" presStyleCnt="0"/>
      <dgm:spPr/>
    </dgm:pt>
    <dgm:pt modelId="{BBF9C49E-F5FD-4ABA-99FF-37EB4B291AB6}" type="pres">
      <dgm:prSet presAssocID="{965BB444-7C74-4CA2-A010-6DC32D685CEC}" presName="tx1" presStyleLbl="revTx" presStyleIdx="1" presStyleCnt="7"/>
      <dgm:spPr/>
    </dgm:pt>
    <dgm:pt modelId="{1200FE15-671E-475E-9D7F-B2F93AC2B50A}" type="pres">
      <dgm:prSet presAssocID="{965BB444-7C74-4CA2-A010-6DC32D685CEC}" presName="vert1" presStyleCnt="0"/>
      <dgm:spPr/>
    </dgm:pt>
    <dgm:pt modelId="{BAE1591A-42A5-4720-9925-12046C65AE46}" type="pres">
      <dgm:prSet presAssocID="{336121CA-15E5-4D90-A10E-B741ACF70D95}" presName="thickLine" presStyleLbl="alignNode1" presStyleIdx="2" presStyleCnt="7"/>
      <dgm:spPr/>
    </dgm:pt>
    <dgm:pt modelId="{8067890F-0B89-46ED-987E-C5430469915D}" type="pres">
      <dgm:prSet presAssocID="{336121CA-15E5-4D90-A10E-B741ACF70D95}" presName="horz1" presStyleCnt="0"/>
      <dgm:spPr/>
    </dgm:pt>
    <dgm:pt modelId="{114C5BFD-6B7F-4CFD-B38A-28782BFA2BB5}" type="pres">
      <dgm:prSet presAssocID="{336121CA-15E5-4D90-A10E-B741ACF70D95}" presName="tx1" presStyleLbl="revTx" presStyleIdx="2" presStyleCnt="7"/>
      <dgm:spPr/>
    </dgm:pt>
    <dgm:pt modelId="{0AC35D84-65FF-4EB0-BC20-24E0D120806E}" type="pres">
      <dgm:prSet presAssocID="{336121CA-15E5-4D90-A10E-B741ACF70D95}" presName="vert1" presStyleCnt="0"/>
      <dgm:spPr/>
    </dgm:pt>
    <dgm:pt modelId="{83D542DD-8606-4C25-BBEA-9CD3B213F3AE}" type="pres">
      <dgm:prSet presAssocID="{C9D70C2D-5821-4ED7-8622-CBC3992DCC4D}" presName="thickLine" presStyleLbl="alignNode1" presStyleIdx="3" presStyleCnt="7"/>
      <dgm:spPr/>
    </dgm:pt>
    <dgm:pt modelId="{55D6DF57-6A8E-4378-AECE-70FE02B84C9B}" type="pres">
      <dgm:prSet presAssocID="{C9D70C2D-5821-4ED7-8622-CBC3992DCC4D}" presName="horz1" presStyleCnt="0"/>
      <dgm:spPr/>
    </dgm:pt>
    <dgm:pt modelId="{F9ABA0BF-F7ED-4AF2-B9A3-2A489267E3D5}" type="pres">
      <dgm:prSet presAssocID="{C9D70C2D-5821-4ED7-8622-CBC3992DCC4D}" presName="tx1" presStyleLbl="revTx" presStyleIdx="3" presStyleCnt="7"/>
      <dgm:spPr/>
    </dgm:pt>
    <dgm:pt modelId="{530F0429-1E7E-4E0D-A26B-76998E886C19}" type="pres">
      <dgm:prSet presAssocID="{C9D70C2D-5821-4ED7-8622-CBC3992DCC4D}" presName="vert1" presStyleCnt="0"/>
      <dgm:spPr/>
    </dgm:pt>
    <dgm:pt modelId="{202D0080-00FD-4916-BAE4-701042A2B352}" type="pres">
      <dgm:prSet presAssocID="{CC42066E-F25A-4B77-A396-6F76704F6EEE}" presName="thickLine" presStyleLbl="alignNode1" presStyleIdx="4" presStyleCnt="7"/>
      <dgm:spPr/>
    </dgm:pt>
    <dgm:pt modelId="{0D5FA433-CF84-4BAD-BB6F-895BB263CE13}" type="pres">
      <dgm:prSet presAssocID="{CC42066E-F25A-4B77-A396-6F76704F6EEE}" presName="horz1" presStyleCnt="0"/>
      <dgm:spPr/>
    </dgm:pt>
    <dgm:pt modelId="{1E074D2F-F7D7-4AC8-9774-950F8D95E5C8}" type="pres">
      <dgm:prSet presAssocID="{CC42066E-F25A-4B77-A396-6F76704F6EEE}" presName="tx1" presStyleLbl="revTx" presStyleIdx="4" presStyleCnt="7"/>
      <dgm:spPr/>
    </dgm:pt>
    <dgm:pt modelId="{5799E6E7-DEBD-4B8C-9468-A49BA58E0405}" type="pres">
      <dgm:prSet presAssocID="{CC42066E-F25A-4B77-A396-6F76704F6EEE}" presName="vert1" presStyleCnt="0"/>
      <dgm:spPr/>
    </dgm:pt>
    <dgm:pt modelId="{7C112F9A-9A0F-4C92-B155-7AF222A23177}" type="pres">
      <dgm:prSet presAssocID="{9032893D-3E59-450D-934C-230EFF527C96}" presName="thickLine" presStyleLbl="alignNode1" presStyleIdx="5" presStyleCnt="7"/>
      <dgm:spPr/>
    </dgm:pt>
    <dgm:pt modelId="{9793DEAE-E1C8-44EC-83E8-3BCB42E787A5}" type="pres">
      <dgm:prSet presAssocID="{9032893D-3E59-450D-934C-230EFF527C96}" presName="horz1" presStyleCnt="0"/>
      <dgm:spPr/>
    </dgm:pt>
    <dgm:pt modelId="{456DE7C4-6241-4588-BD2E-7C4B2AEF9DDC}" type="pres">
      <dgm:prSet presAssocID="{9032893D-3E59-450D-934C-230EFF527C96}" presName="tx1" presStyleLbl="revTx" presStyleIdx="5" presStyleCnt="7"/>
      <dgm:spPr/>
    </dgm:pt>
    <dgm:pt modelId="{AB010BB1-7C79-4051-8496-CEC798A119F8}" type="pres">
      <dgm:prSet presAssocID="{9032893D-3E59-450D-934C-230EFF527C96}" presName="vert1" presStyleCnt="0"/>
      <dgm:spPr/>
    </dgm:pt>
    <dgm:pt modelId="{765C8CCD-0D45-4E8B-B904-F89E016166E0}" type="pres">
      <dgm:prSet presAssocID="{A869D32E-09ED-473B-80D6-8964B8FB2650}" presName="thickLine" presStyleLbl="alignNode1" presStyleIdx="6" presStyleCnt="7"/>
      <dgm:spPr/>
    </dgm:pt>
    <dgm:pt modelId="{3552D926-C1F1-46AD-98AC-85E0219E8C7A}" type="pres">
      <dgm:prSet presAssocID="{A869D32E-09ED-473B-80D6-8964B8FB2650}" presName="horz1" presStyleCnt="0"/>
      <dgm:spPr/>
    </dgm:pt>
    <dgm:pt modelId="{D1BECCE7-3B7A-4FC9-80A1-747F5B4CEBF4}" type="pres">
      <dgm:prSet presAssocID="{A869D32E-09ED-473B-80D6-8964B8FB2650}" presName="tx1" presStyleLbl="revTx" presStyleIdx="6" presStyleCnt="7"/>
      <dgm:spPr/>
    </dgm:pt>
    <dgm:pt modelId="{77443617-91EF-4204-B58F-DA95CDA65AFC}" type="pres">
      <dgm:prSet presAssocID="{A869D32E-09ED-473B-80D6-8964B8FB2650}" presName="vert1" presStyleCnt="0"/>
      <dgm:spPr/>
    </dgm:pt>
  </dgm:ptLst>
  <dgm:cxnLst>
    <dgm:cxn modelId="{510E0606-A797-41D2-9F72-5C8D9CB21066}" srcId="{F52099BC-F929-40A2-9D48-E77ACA55C4DE}" destId="{CC42066E-F25A-4B77-A396-6F76704F6EEE}" srcOrd="4" destOrd="0" parTransId="{177A8F73-F266-4EB3-9DF4-DE6BEDDA8903}" sibTransId="{B7483C9C-F27F-479A-AF9B-3AB76C595E1B}"/>
    <dgm:cxn modelId="{D2F4E70E-3DEF-41DB-BABE-1A706C96972C}" type="presOf" srcId="{C9D70C2D-5821-4ED7-8622-CBC3992DCC4D}" destId="{F9ABA0BF-F7ED-4AF2-B9A3-2A489267E3D5}" srcOrd="0" destOrd="0" presId="urn:microsoft.com/office/officeart/2008/layout/LinedList"/>
    <dgm:cxn modelId="{CE508412-1473-4235-BA55-9617411FA3B7}" type="presOf" srcId="{A869D32E-09ED-473B-80D6-8964B8FB2650}" destId="{D1BECCE7-3B7A-4FC9-80A1-747F5B4CEBF4}" srcOrd="0" destOrd="0" presId="urn:microsoft.com/office/officeart/2008/layout/LinedList"/>
    <dgm:cxn modelId="{CCD5481E-07D7-4254-861A-01EDE65F1513}" srcId="{F52099BC-F929-40A2-9D48-E77ACA55C4DE}" destId="{A869D32E-09ED-473B-80D6-8964B8FB2650}" srcOrd="6" destOrd="0" parTransId="{0E861255-92AF-414F-BD6D-AE481E230712}" sibTransId="{E596E052-4DA9-4D89-9789-BB8CA3DF9F83}"/>
    <dgm:cxn modelId="{D654A723-480E-4D4D-99E5-3094ED9C7FB1}" type="presOf" srcId="{9032893D-3E59-450D-934C-230EFF527C96}" destId="{456DE7C4-6241-4588-BD2E-7C4B2AEF9DDC}" srcOrd="0" destOrd="0" presId="urn:microsoft.com/office/officeart/2008/layout/LinedList"/>
    <dgm:cxn modelId="{E6374C5B-BA98-4322-8B7F-F1FE469D4373}" srcId="{F52099BC-F929-40A2-9D48-E77ACA55C4DE}" destId="{336121CA-15E5-4D90-A10E-B741ACF70D95}" srcOrd="2" destOrd="0" parTransId="{3FC9225D-F845-4EC6-90D1-61053F48536A}" sibTransId="{A9D627A3-FCE1-43A2-AE42-E0A44F37CC65}"/>
    <dgm:cxn modelId="{544F1C48-86E6-43F9-BE9E-D4C68F09F26C}" srcId="{F52099BC-F929-40A2-9D48-E77ACA55C4DE}" destId="{84A4DECF-8237-4947-83E3-7121CEE52CEB}" srcOrd="0" destOrd="0" parTransId="{016D34BD-3016-4C9C-B0DB-1361C56F8B1F}" sibTransId="{EFE3F343-3BB2-44DE-9743-6EE959249361}"/>
    <dgm:cxn modelId="{0FFB354E-5795-4BF6-A2EE-D2F96B9AFE99}" type="presOf" srcId="{CC42066E-F25A-4B77-A396-6F76704F6EEE}" destId="{1E074D2F-F7D7-4AC8-9774-950F8D95E5C8}" srcOrd="0" destOrd="0" presId="urn:microsoft.com/office/officeart/2008/layout/LinedList"/>
    <dgm:cxn modelId="{860A0886-2C0B-402F-8D9E-34B5BF9FCC7E}" type="presOf" srcId="{336121CA-15E5-4D90-A10E-B741ACF70D95}" destId="{114C5BFD-6B7F-4CFD-B38A-28782BFA2BB5}" srcOrd="0" destOrd="0" presId="urn:microsoft.com/office/officeart/2008/layout/LinedList"/>
    <dgm:cxn modelId="{F5BBEC99-C376-4E71-A8EF-DBD57505860D}" type="presOf" srcId="{84A4DECF-8237-4947-83E3-7121CEE52CEB}" destId="{71190BAE-2981-4C39-ADBC-D2D355B98BE7}" srcOrd="0" destOrd="0" presId="urn:microsoft.com/office/officeart/2008/layout/LinedList"/>
    <dgm:cxn modelId="{03BE159C-BF0D-4663-8218-DF64FA8E6BEC}" srcId="{F52099BC-F929-40A2-9D48-E77ACA55C4DE}" destId="{9032893D-3E59-450D-934C-230EFF527C96}" srcOrd="5" destOrd="0" parTransId="{A4AEA9B8-A345-46E0-B7B8-1BA9A33A3010}" sibTransId="{32956EB9-E553-417E-A70B-DB7BA339242A}"/>
    <dgm:cxn modelId="{8FE5F6BE-1927-4832-80FB-7E080E8D2672}" type="presOf" srcId="{F52099BC-F929-40A2-9D48-E77ACA55C4DE}" destId="{9345621B-55D9-4FA9-8100-9626160FF68E}" srcOrd="0" destOrd="0" presId="urn:microsoft.com/office/officeart/2008/layout/LinedList"/>
    <dgm:cxn modelId="{83CD6BD2-0002-49B2-8D20-85E790631555}" srcId="{F52099BC-F929-40A2-9D48-E77ACA55C4DE}" destId="{965BB444-7C74-4CA2-A010-6DC32D685CEC}" srcOrd="1" destOrd="0" parTransId="{198F0B6F-4B19-4DE3-9B84-56CA569ECE7C}" sibTransId="{634BB98D-17E1-49F9-AFD9-0B1CBAE16FDE}"/>
    <dgm:cxn modelId="{3304C9E7-5CB3-4107-B57A-DB90D40C40D3}" srcId="{F52099BC-F929-40A2-9D48-E77ACA55C4DE}" destId="{C9D70C2D-5821-4ED7-8622-CBC3992DCC4D}" srcOrd="3" destOrd="0" parTransId="{7553ED6F-3A50-465E-822A-5AA91B7B4139}" sibTransId="{B804DBB3-61DF-423C-B2AC-4D94540FAB65}"/>
    <dgm:cxn modelId="{536FDDE8-9182-4590-9102-8E2284B6B7C7}" type="presOf" srcId="{965BB444-7C74-4CA2-A010-6DC32D685CEC}" destId="{BBF9C49E-F5FD-4ABA-99FF-37EB4B291AB6}" srcOrd="0" destOrd="0" presId="urn:microsoft.com/office/officeart/2008/layout/LinedList"/>
    <dgm:cxn modelId="{49C27575-E595-4C17-B725-82E1D2987A15}" type="presParOf" srcId="{9345621B-55D9-4FA9-8100-9626160FF68E}" destId="{08C82351-60AA-4F6B-9585-7738E57C8BB5}" srcOrd="0" destOrd="0" presId="urn:microsoft.com/office/officeart/2008/layout/LinedList"/>
    <dgm:cxn modelId="{6E741307-61C6-470B-8CDD-8F476A4FD351}" type="presParOf" srcId="{9345621B-55D9-4FA9-8100-9626160FF68E}" destId="{9D11BD04-BACE-4CBD-85E2-7113A4327955}" srcOrd="1" destOrd="0" presId="urn:microsoft.com/office/officeart/2008/layout/LinedList"/>
    <dgm:cxn modelId="{1891E448-7DBB-4C04-B32E-C0EB8389598F}" type="presParOf" srcId="{9D11BD04-BACE-4CBD-85E2-7113A4327955}" destId="{71190BAE-2981-4C39-ADBC-D2D355B98BE7}" srcOrd="0" destOrd="0" presId="urn:microsoft.com/office/officeart/2008/layout/LinedList"/>
    <dgm:cxn modelId="{08077241-CF06-44FB-99A4-2FDAE2E89065}" type="presParOf" srcId="{9D11BD04-BACE-4CBD-85E2-7113A4327955}" destId="{5FB74C20-92A2-4B57-A0C1-A89E69B595AD}" srcOrd="1" destOrd="0" presId="urn:microsoft.com/office/officeart/2008/layout/LinedList"/>
    <dgm:cxn modelId="{2B21BB0D-205C-44F5-994F-71D8323A6FEE}" type="presParOf" srcId="{9345621B-55D9-4FA9-8100-9626160FF68E}" destId="{B0F5BD2B-7551-42F8-BD79-9ACBE165B06D}" srcOrd="2" destOrd="0" presId="urn:microsoft.com/office/officeart/2008/layout/LinedList"/>
    <dgm:cxn modelId="{52E7D7B5-4431-457C-BF54-95AF1CF7A47B}" type="presParOf" srcId="{9345621B-55D9-4FA9-8100-9626160FF68E}" destId="{6D5E1D1B-41A4-48B6-B034-D4E4D3411AFA}" srcOrd="3" destOrd="0" presId="urn:microsoft.com/office/officeart/2008/layout/LinedList"/>
    <dgm:cxn modelId="{637B913F-965A-4E08-A1CD-56A596DD7C8B}" type="presParOf" srcId="{6D5E1D1B-41A4-48B6-B034-D4E4D3411AFA}" destId="{BBF9C49E-F5FD-4ABA-99FF-37EB4B291AB6}" srcOrd="0" destOrd="0" presId="urn:microsoft.com/office/officeart/2008/layout/LinedList"/>
    <dgm:cxn modelId="{C33CD8FB-9415-4E9B-9953-A5975C74073D}" type="presParOf" srcId="{6D5E1D1B-41A4-48B6-B034-D4E4D3411AFA}" destId="{1200FE15-671E-475E-9D7F-B2F93AC2B50A}" srcOrd="1" destOrd="0" presId="urn:microsoft.com/office/officeart/2008/layout/LinedList"/>
    <dgm:cxn modelId="{68027F69-3C83-4234-870C-8031AEA42297}" type="presParOf" srcId="{9345621B-55D9-4FA9-8100-9626160FF68E}" destId="{BAE1591A-42A5-4720-9925-12046C65AE46}" srcOrd="4" destOrd="0" presId="urn:microsoft.com/office/officeart/2008/layout/LinedList"/>
    <dgm:cxn modelId="{0E83A7B7-93DC-46CE-8CE3-F7054C5E0B98}" type="presParOf" srcId="{9345621B-55D9-4FA9-8100-9626160FF68E}" destId="{8067890F-0B89-46ED-987E-C5430469915D}" srcOrd="5" destOrd="0" presId="urn:microsoft.com/office/officeart/2008/layout/LinedList"/>
    <dgm:cxn modelId="{AEC6582A-7478-4FCE-93CD-E3BCE3E11715}" type="presParOf" srcId="{8067890F-0B89-46ED-987E-C5430469915D}" destId="{114C5BFD-6B7F-4CFD-B38A-28782BFA2BB5}" srcOrd="0" destOrd="0" presId="urn:microsoft.com/office/officeart/2008/layout/LinedList"/>
    <dgm:cxn modelId="{051E1E57-F361-4026-BA9A-E4C25C6B0640}" type="presParOf" srcId="{8067890F-0B89-46ED-987E-C5430469915D}" destId="{0AC35D84-65FF-4EB0-BC20-24E0D120806E}" srcOrd="1" destOrd="0" presId="urn:microsoft.com/office/officeart/2008/layout/LinedList"/>
    <dgm:cxn modelId="{DC3FC1D5-99ED-4009-AD9A-62649F835EEB}" type="presParOf" srcId="{9345621B-55D9-4FA9-8100-9626160FF68E}" destId="{83D542DD-8606-4C25-BBEA-9CD3B213F3AE}" srcOrd="6" destOrd="0" presId="urn:microsoft.com/office/officeart/2008/layout/LinedList"/>
    <dgm:cxn modelId="{67B7B4AB-32C8-47B5-A1F8-EC7368205737}" type="presParOf" srcId="{9345621B-55D9-4FA9-8100-9626160FF68E}" destId="{55D6DF57-6A8E-4378-AECE-70FE02B84C9B}" srcOrd="7" destOrd="0" presId="urn:microsoft.com/office/officeart/2008/layout/LinedList"/>
    <dgm:cxn modelId="{2DFD078B-8EC5-4664-A900-88109F1E27D6}" type="presParOf" srcId="{55D6DF57-6A8E-4378-AECE-70FE02B84C9B}" destId="{F9ABA0BF-F7ED-4AF2-B9A3-2A489267E3D5}" srcOrd="0" destOrd="0" presId="urn:microsoft.com/office/officeart/2008/layout/LinedList"/>
    <dgm:cxn modelId="{DD4551DA-538D-4B48-BA37-2CF5FA8C60C7}" type="presParOf" srcId="{55D6DF57-6A8E-4378-AECE-70FE02B84C9B}" destId="{530F0429-1E7E-4E0D-A26B-76998E886C19}" srcOrd="1" destOrd="0" presId="urn:microsoft.com/office/officeart/2008/layout/LinedList"/>
    <dgm:cxn modelId="{7B83D454-A5DC-46E3-94E1-052204D203D0}" type="presParOf" srcId="{9345621B-55D9-4FA9-8100-9626160FF68E}" destId="{202D0080-00FD-4916-BAE4-701042A2B352}" srcOrd="8" destOrd="0" presId="urn:microsoft.com/office/officeart/2008/layout/LinedList"/>
    <dgm:cxn modelId="{3EF0178A-7032-486B-B2A0-389E30950CE3}" type="presParOf" srcId="{9345621B-55D9-4FA9-8100-9626160FF68E}" destId="{0D5FA433-CF84-4BAD-BB6F-895BB263CE13}" srcOrd="9" destOrd="0" presId="urn:microsoft.com/office/officeart/2008/layout/LinedList"/>
    <dgm:cxn modelId="{89B23DC1-9FC8-40D9-A129-9416C4346A9E}" type="presParOf" srcId="{0D5FA433-CF84-4BAD-BB6F-895BB263CE13}" destId="{1E074D2F-F7D7-4AC8-9774-950F8D95E5C8}" srcOrd="0" destOrd="0" presId="urn:microsoft.com/office/officeart/2008/layout/LinedList"/>
    <dgm:cxn modelId="{FB679A43-09D8-45E2-BD6F-2B6D30D2E10C}" type="presParOf" srcId="{0D5FA433-CF84-4BAD-BB6F-895BB263CE13}" destId="{5799E6E7-DEBD-4B8C-9468-A49BA58E0405}" srcOrd="1" destOrd="0" presId="urn:microsoft.com/office/officeart/2008/layout/LinedList"/>
    <dgm:cxn modelId="{A5A973CB-2099-465F-B432-9C7A0B544D71}" type="presParOf" srcId="{9345621B-55D9-4FA9-8100-9626160FF68E}" destId="{7C112F9A-9A0F-4C92-B155-7AF222A23177}" srcOrd="10" destOrd="0" presId="urn:microsoft.com/office/officeart/2008/layout/LinedList"/>
    <dgm:cxn modelId="{9134EC8F-2205-4C3F-9874-A4B0120AAAAF}" type="presParOf" srcId="{9345621B-55D9-4FA9-8100-9626160FF68E}" destId="{9793DEAE-E1C8-44EC-83E8-3BCB42E787A5}" srcOrd="11" destOrd="0" presId="urn:microsoft.com/office/officeart/2008/layout/LinedList"/>
    <dgm:cxn modelId="{525D7662-2540-47DB-8E9C-A8D455EDD210}" type="presParOf" srcId="{9793DEAE-E1C8-44EC-83E8-3BCB42E787A5}" destId="{456DE7C4-6241-4588-BD2E-7C4B2AEF9DDC}" srcOrd="0" destOrd="0" presId="urn:microsoft.com/office/officeart/2008/layout/LinedList"/>
    <dgm:cxn modelId="{FFE828AB-2496-44E0-A891-AC3F869EB545}" type="presParOf" srcId="{9793DEAE-E1C8-44EC-83E8-3BCB42E787A5}" destId="{AB010BB1-7C79-4051-8496-CEC798A119F8}" srcOrd="1" destOrd="0" presId="urn:microsoft.com/office/officeart/2008/layout/LinedList"/>
    <dgm:cxn modelId="{08047C66-4781-4C2D-AEE4-C4F6E8EA9384}" type="presParOf" srcId="{9345621B-55D9-4FA9-8100-9626160FF68E}" destId="{765C8CCD-0D45-4E8B-B904-F89E016166E0}" srcOrd="12" destOrd="0" presId="urn:microsoft.com/office/officeart/2008/layout/LinedList"/>
    <dgm:cxn modelId="{536241AF-8A8E-440E-BB31-1186A554C177}" type="presParOf" srcId="{9345621B-55D9-4FA9-8100-9626160FF68E}" destId="{3552D926-C1F1-46AD-98AC-85E0219E8C7A}" srcOrd="13" destOrd="0" presId="urn:microsoft.com/office/officeart/2008/layout/LinedList"/>
    <dgm:cxn modelId="{84CD65C9-DF9C-4F62-8E23-70E610F42B6F}" type="presParOf" srcId="{3552D926-C1F1-46AD-98AC-85E0219E8C7A}" destId="{D1BECCE7-3B7A-4FC9-80A1-747F5B4CEBF4}" srcOrd="0" destOrd="0" presId="urn:microsoft.com/office/officeart/2008/layout/LinedList"/>
    <dgm:cxn modelId="{D144FB7E-258A-421B-AA0E-6E7EEE294E7E}" type="presParOf" srcId="{3552D926-C1F1-46AD-98AC-85E0219E8C7A}" destId="{77443617-91EF-4204-B58F-DA95CDA65AF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EF8DAA-21E4-4B2F-ACD5-678384FBB43D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733018-ECEF-41EE-99B9-F96BE338E645}">
      <dgm:prSet/>
      <dgm:spPr/>
      <dgm:t>
        <a:bodyPr/>
        <a:lstStyle/>
        <a:p>
          <a:r>
            <a:rPr lang="es-AR" dirty="0"/>
            <a:t>Hurto/tentativa. Agravante</a:t>
          </a:r>
          <a:endParaRPr lang="en-US" dirty="0"/>
        </a:p>
      </dgm:t>
    </dgm:pt>
    <dgm:pt modelId="{6777EFE3-64B6-4123-B593-DB46B41C7775}" type="parTrans" cxnId="{54D8BA6F-2CD8-4336-8FF7-D34419CA4D94}">
      <dgm:prSet/>
      <dgm:spPr/>
      <dgm:t>
        <a:bodyPr/>
        <a:lstStyle/>
        <a:p>
          <a:endParaRPr lang="en-US"/>
        </a:p>
      </dgm:t>
    </dgm:pt>
    <dgm:pt modelId="{C2D40728-DA02-439B-A70A-3E9D61C4E863}" type="sibTrans" cxnId="{54D8BA6F-2CD8-4336-8FF7-D34419CA4D94}">
      <dgm:prSet/>
      <dgm:spPr/>
      <dgm:t>
        <a:bodyPr/>
        <a:lstStyle/>
        <a:p>
          <a:endParaRPr lang="en-US"/>
        </a:p>
      </dgm:t>
    </dgm:pt>
    <dgm:pt modelId="{CD99EE1E-4FDD-47ED-B641-306CFD046AB6}">
      <dgm:prSet/>
      <dgm:spPr/>
      <dgm:t>
        <a:bodyPr/>
        <a:lstStyle/>
        <a:p>
          <a:r>
            <a:rPr lang="en-US" dirty="0"/>
            <a:t>Robo/</a:t>
          </a:r>
          <a:r>
            <a:rPr lang="en-US" dirty="0" err="1"/>
            <a:t>tentativa</a:t>
          </a:r>
          <a:r>
            <a:rPr lang="en-US" dirty="0"/>
            <a:t>. Agravante</a:t>
          </a:r>
        </a:p>
      </dgm:t>
    </dgm:pt>
    <dgm:pt modelId="{6055AF5E-2550-4E53-B735-5D002F6E2870}" type="parTrans" cxnId="{63D587E8-BDAF-405C-878D-A22C9C981CB5}">
      <dgm:prSet/>
      <dgm:spPr/>
      <dgm:t>
        <a:bodyPr/>
        <a:lstStyle/>
        <a:p>
          <a:endParaRPr lang="en-US"/>
        </a:p>
      </dgm:t>
    </dgm:pt>
    <dgm:pt modelId="{B081E4D3-50BF-4A26-A338-8380A40939A2}" type="sibTrans" cxnId="{63D587E8-BDAF-405C-878D-A22C9C981CB5}">
      <dgm:prSet/>
      <dgm:spPr/>
      <dgm:t>
        <a:bodyPr/>
        <a:lstStyle/>
        <a:p>
          <a:endParaRPr lang="en-US"/>
        </a:p>
      </dgm:t>
    </dgm:pt>
    <dgm:pt modelId="{BEB1092B-B8C1-4BD1-B312-520104F6BE21}">
      <dgm:prSet/>
      <dgm:spPr/>
      <dgm:t>
        <a:bodyPr/>
        <a:lstStyle/>
        <a:p>
          <a:r>
            <a:rPr lang="en-US"/>
            <a:t>Encubrimiento/ adulteracion.</a:t>
          </a:r>
        </a:p>
      </dgm:t>
    </dgm:pt>
    <dgm:pt modelId="{A1EC9906-22FA-4665-8037-9B05C9AD824D}" type="parTrans" cxnId="{ED52F24D-2FB6-4052-9675-183F2B2FADD4}">
      <dgm:prSet/>
      <dgm:spPr/>
      <dgm:t>
        <a:bodyPr/>
        <a:lstStyle/>
        <a:p>
          <a:endParaRPr lang="en-US"/>
        </a:p>
      </dgm:t>
    </dgm:pt>
    <dgm:pt modelId="{AE7A34E4-7B00-4E3A-BB1D-0A304027143A}" type="sibTrans" cxnId="{ED52F24D-2FB6-4052-9675-183F2B2FADD4}">
      <dgm:prSet/>
      <dgm:spPr/>
      <dgm:t>
        <a:bodyPr/>
        <a:lstStyle/>
        <a:p>
          <a:endParaRPr lang="en-US"/>
        </a:p>
      </dgm:t>
    </dgm:pt>
    <dgm:pt modelId="{6D76070B-4700-4B96-93D4-678190EAD92D}">
      <dgm:prSet/>
      <dgm:spPr/>
      <dgm:t>
        <a:bodyPr/>
        <a:lstStyle/>
        <a:p>
          <a:r>
            <a:rPr lang="en-US"/>
            <a:t>Contexto de violencia de género.</a:t>
          </a:r>
        </a:p>
      </dgm:t>
    </dgm:pt>
    <dgm:pt modelId="{70D94E9E-9A73-49EA-AF21-E56654EC5110}" type="parTrans" cxnId="{CBCBC891-5C13-4A7B-A6CD-6AE1B7F09420}">
      <dgm:prSet/>
      <dgm:spPr/>
      <dgm:t>
        <a:bodyPr/>
        <a:lstStyle/>
        <a:p>
          <a:endParaRPr lang="en-US"/>
        </a:p>
      </dgm:t>
    </dgm:pt>
    <dgm:pt modelId="{BCB83404-A1F3-41FE-B8D7-C41E6D05F549}" type="sibTrans" cxnId="{CBCBC891-5C13-4A7B-A6CD-6AE1B7F09420}">
      <dgm:prSet/>
      <dgm:spPr/>
      <dgm:t>
        <a:bodyPr/>
        <a:lstStyle/>
        <a:p>
          <a:endParaRPr lang="en-US"/>
        </a:p>
      </dgm:t>
    </dgm:pt>
    <dgm:pt modelId="{5EBEE142-64D4-467F-AF14-2A8AA15D8F04}">
      <dgm:prSet/>
      <dgm:spPr/>
      <dgm:t>
        <a:bodyPr/>
        <a:lstStyle/>
        <a:p>
          <a:r>
            <a:rPr lang="en-US"/>
            <a:t>Tenencia, portación armas.</a:t>
          </a:r>
        </a:p>
      </dgm:t>
    </dgm:pt>
    <dgm:pt modelId="{91304576-76BA-42D7-8EE0-E1A1B16A9043}" type="parTrans" cxnId="{FB37E77E-45EA-481E-9F88-B4AD467B1B82}">
      <dgm:prSet/>
      <dgm:spPr/>
      <dgm:t>
        <a:bodyPr/>
        <a:lstStyle/>
        <a:p>
          <a:endParaRPr lang="en-US"/>
        </a:p>
      </dgm:t>
    </dgm:pt>
    <dgm:pt modelId="{36D46AE7-F455-479F-8F76-E683C8131861}" type="sibTrans" cxnId="{FB37E77E-45EA-481E-9F88-B4AD467B1B82}">
      <dgm:prSet/>
      <dgm:spPr/>
      <dgm:t>
        <a:bodyPr/>
        <a:lstStyle/>
        <a:p>
          <a:endParaRPr lang="en-US"/>
        </a:p>
      </dgm:t>
    </dgm:pt>
    <dgm:pt modelId="{8B11BE7B-7A5F-4CA2-B0EE-2E64DC4638F7}">
      <dgm:prSet/>
      <dgm:spPr/>
      <dgm:t>
        <a:bodyPr/>
        <a:lstStyle/>
        <a:p>
          <a:r>
            <a:rPr lang="en-US"/>
            <a:t>Desobediencia, Resistencia/ atentado contra la autoridad.</a:t>
          </a:r>
        </a:p>
      </dgm:t>
    </dgm:pt>
    <dgm:pt modelId="{30C96F59-2227-4A99-9913-ECD33B3A35E6}" type="parTrans" cxnId="{2B60E320-BADB-4663-96A3-0CAAAC9FC025}">
      <dgm:prSet/>
      <dgm:spPr/>
      <dgm:t>
        <a:bodyPr/>
        <a:lstStyle/>
        <a:p>
          <a:endParaRPr lang="en-US"/>
        </a:p>
      </dgm:t>
    </dgm:pt>
    <dgm:pt modelId="{0B566CBF-9036-49D0-8606-E108E40832BC}" type="sibTrans" cxnId="{2B60E320-BADB-4663-96A3-0CAAAC9FC025}">
      <dgm:prSet/>
      <dgm:spPr/>
      <dgm:t>
        <a:bodyPr/>
        <a:lstStyle/>
        <a:p>
          <a:endParaRPr lang="en-US"/>
        </a:p>
      </dgm:t>
    </dgm:pt>
    <dgm:pt modelId="{91FA5A86-A5DB-42FB-9D2A-AF2B5B665052}">
      <dgm:prSet/>
      <dgm:spPr/>
      <dgm:t>
        <a:bodyPr/>
        <a:lstStyle/>
        <a:p>
          <a:r>
            <a:rPr lang="en-US"/>
            <a:t>Tenencia simple de estupefacientes.</a:t>
          </a:r>
        </a:p>
      </dgm:t>
    </dgm:pt>
    <dgm:pt modelId="{02129E13-B116-4C2A-B2A5-539534424F2D}" type="parTrans" cxnId="{C083DE87-31FC-4AA7-8685-5C1AD6B7BDF0}">
      <dgm:prSet/>
      <dgm:spPr/>
      <dgm:t>
        <a:bodyPr/>
        <a:lstStyle/>
        <a:p>
          <a:endParaRPr lang="en-US"/>
        </a:p>
      </dgm:t>
    </dgm:pt>
    <dgm:pt modelId="{AF3D5187-AC23-4C8B-98DF-6B852393969B}" type="sibTrans" cxnId="{C083DE87-31FC-4AA7-8685-5C1AD6B7BDF0}">
      <dgm:prSet/>
      <dgm:spPr/>
      <dgm:t>
        <a:bodyPr/>
        <a:lstStyle/>
        <a:p>
          <a:endParaRPr lang="en-US"/>
        </a:p>
      </dgm:t>
    </dgm:pt>
    <dgm:pt modelId="{000547E2-E85B-4CD0-9C81-6622AB77D431}">
      <dgm:prSet/>
      <dgm:spPr/>
      <dgm:t>
        <a:bodyPr/>
        <a:lstStyle/>
        <a:p>
          <a:r>
            <a:rPr lang="en-US" dirty="0"/>
            <a:t>Daño.</a:t>
          </a:r>
        </a:p>
        <a:p>
          <a:r>
            <a:rPr lang="en-US" dirty="0" err="1"/>
            <a:t>Amenazas</a:t>
          </a:r>
          <a:r>
            <a:rPr lang="en-US" dirty="0"/>
            <a:t>.</a:t>
          </a:r>
        </a:p>
      </dgm:t>
    </dgm:pt>
    <dgm:pt modelId="{8D4079F4-D00B-4FE7-9205-40729B185A27}" type="parTrans" cxnId="{426A8235-852F-42D0-B5A9-E51CB87A37D5}">
      <dgm:prSet/>
      <dgm:spPr/>
      <dgm:t>
        <a:bodyPr/>
        <a:lstStyle/>
        <a:p>
          <a:endParaRPr lang="en-US"/>
        </a:p>
      </dgm:t>
    </dgm:pt>
    <dgm:pt modelId="{93B7DB7F-2238-4D15-B516-6756C5079F44}" type="sibTrans" cxnId="{426A8235-852F-42D0-B5A9-E51CB87A37D5}">
      <dgm:prSet/>
      <dgm:spPr/>
      <dgm:t>
        <a:bodyPr/>
        <a:lstStyle/>
        <a:p>
          <a:endParaRPr lang="en-US"/>
        </a:p>
      </dgm:t>
    </dgm:pt>
    <dgm:pt modelId="{29040A4C-AFE0-4D11-9FFC-B9E211EA1476}" type="pres">
      <dgm:prSet presAssocID="{A7EF8DAA-21E4-4B2F-ACD5-678384FBB43D}" presName="linear" presStyleCnt="0">
        <dgm:presLayoutVars>
          <dgm:animLvl val="lvl"/>
          <dgm:resizeHandles val="exact"/>
        </dgm:presLayoutVars>
      </dgm:prSet>
      <dgm:spPr/>
    </dgm:pt>
    <dgm:pt modelId="{E0197674-BD26-4758-A1FC-420DB4817AAA}" type="pres">
      <dgm:prSet presAssocID="{29733018-ECEF-41EE-99B9-F96BE338E645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116126B-DFAB-45D5-A0CF-40F77EEC6D14}" type="pres">
      <dgm:prSet presAssocID="{C2D40728-DA02-439B-A70A-3E9D61C4E863}" presName="spacer" presStyleCnt="0"/>
      <dgm:spPr/>
    </dgm:pt>
    <dgm:pt modelId="{5566043D-15F1-4441-9344-433AD9A4AF97}" type="pres">
      <dgm:prSet presAssocID="{CD99EE1E-4FDD-47ED-B641-306CFD046AB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4FCC45D2-1D35-40A0-BC2C-395533414648}" type="pres">
      <dgm:prSet presAssocID="{B081E4D3-50BF-4A26-A338-8380A40939A2}" presName="spacer" presStyleCnt="0"/>
      <dgm:spPr/>
    </dgm:pt>
    <dgm:pt modelId="{56ABAAC7-0D26-4E73-A509-42E07E48C1D3}" type="pres">
      <dgm:prSet presAssocID="{BEB1092B-B8C1-4BD1-B312-520104F6BE21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66CADEF1-CFA5-4757-8C63-D554DD5FB32B}" type="pres">
      <dgm:prSet presAssocID="{AE7A34E4-7B00-4E3A-BB1D-0A304027143A}" presName="spacer" presStyleCnt="0"/>
      <dgm:spPr/>
    </dgm:pt>
    <dgm:pt modelId="{B81945F4-CF86-4084-A365-B2F6A8216B59}" type="pres">
      <dgm:prSet presAssocID="{6D76070B-4700-4B96-93D4-678190EAD92D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D650503-82C3-4AD5-BF9C-1EDC3A0D4A33}" type="pres">
      <dgm:prSet presAssocID="{BCB83404-A1F3-41FE-B8D7-C41E6D05F549}" presName="spacer" presStyleCnt="0"/>
      <dgm:spPr/>
    </dgm:pt>
    <dgm:pt modelId="{1A9CDB1A-074D-4191-9F09-4A71CC15E7D1}" type="pres">
      <dgm:prSet presAssocID="{5EBEE142-64D4-467F-AF14-2A8AA15D8F0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BA01109-6122-4B06-9428-E68B3B2E9B5E}" type="pres">
      <dgm:prSet presAssocID="{36D46AE7-F455-479F-8F76-E683C8131861}" presName="spacer" presStyleCnt="0"/>
      <dgm:spPr/>
    </dgm:pt>
    <dgm:pt modelId="{42135539-AFEC-49E8-A479-E3B4C03B2914}" type="pres">
      <dgm:prSet presAssocID="{8B11BE7B-7A5F-4CA2-B0EE-2E64DC4638F7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5CBB1422-38A2-4C87-8410-952C11A8F492}" type="pres">
      <dgm:prSet presAssocID="{0B566CBF-9036-49D0-8606-E108E40832BC}" presName="spacer" presStyleCnt="0"/>
      <dgm:spPr/>
    </dgm:pt>
    <dgm:pt modelId="{5D42C86A-0C8F-4662-A353-BFEDB9839384}" type="pres">
      <dgm:prSet presAssocID="{91FA5A86-A5DB-42FB-9D2A-AF2B5B665052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922BE61-4ED9-48AE-BD48-5AE09404BCD7}" type="pres">
      <dgm:prSet presAssocID="{AF3D5187-AC23-4C8B-98DF-6B852393969B}" presName="spacer" presStyleCnt="0"/>
      <dgm:spPr/>
    </dgm:pt>
    <dgm:pt modelId="{F8AB1E73-4099-42C4-A6A5-03D1A7C564E4}" type="pres">
      <dgm:prSet presAssocID="{000547E2-E85B-4CD0-9C81-6622AB77D431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2B60E320-BADB-4663-96A3-0CAAAC9FC025}" srcId="{A7EF8DAA-21E4-4B2F-ACD5-678384FBB43D}" destId="{8B11BE7B-7A5F-4CA2-B0EE-2E64DC4638F7}" srcOrd="5" destOrd="0" parTransId="{30C96F59-2227-4A99-9913-ECD33B3A35E6}" sibTransId="{0B566CBF-9036-49D0-8606-E108E40832BC}"/>
    <dgm:cxn modelId="{426A8235-852F-42D0-B5A9-E51CB87A37D5}" srcId="{A7EF8DAA-21E4-4B2F-ACD5-678384FBB43D}" destId="{000547E2-E85B-4CD0-9C81-6622AB77D431}" srcOrd="7" destOrd="0" parTransId="{8D4079F4-D00B-4FE7-9205-40729B185A27}" sibTransId="{93B7DB7F-2238-4D15-B516-6756C5079F44}"/>
    <dgm:cxn modelId="{F1526A38-6BDE-4D0C-A159-C1B6D15823E9}" type="presOf" srcId="{000547E2-E85B-4CD0-9C81-6622AB77D431}" destId="{F8AB1E73-4099-42C4-A6A5-03D1A7C564E4}" srcOrd="0" destOrd="0" presId="urn:microsoft.com/office/officeart/2005/8/layout/vList2"/>
    <dgm:cxn modelId="{5FE1FA40-4E5B-4422-ACE2-8012494A1E37}" type="presOf" srcId="{5EBEE142-64D4-467F-AF14-2A8AA15D8F04}" destId="{1A9CDB1A-074D-4191-9F09-4A71CC15E7D1}" srcOrd="0" destOrd="0" presId="urn:microsoft.com/office/officeart/2005/8/layout/vList2"/>
    <dgm:cxn modelId="{ED52F24D-2FB6-4052-9675-183F2B2FADD4}" srcId="{A7EF8DAA-21E4-4B2F-ACD5-678384FBB43D}" destId="{BEB1092B-B8C1-4BD1-B312-520104F6BE21}" srcOrd="2" destOrd="0" parTransId="{A1EC9906-22FA-4665-8037-9B05C9AD824D}" sibTransId="{AE7A34E4-7B00-4E3A-BB1D-0A304027143A}"/>
    <dgm:cxn modelId="{54D8BA6F-2CD8-4336-8FF7-D34419CA4D94}" srcId="{A7EF8DAA-21E4-4B2F-ACD5-678384FBB43D}" destId="{29733018-ECEF-41EE-99B9-F96BE338E645}" srcOrd="0" destOrd="0" parTransId="{6777EFE3-64B6-4123-B593-DB46B41C7775}" sibTransId="{C2D40728-DA02-439B-A70A-3E9D61C4E863}"/>
    <dgm:cxn modelId="{FB37E77E-45EA-481E-9F88-B4AD467B1B82}" srcId="{A7EF8DAA-21E4-4B2F-ACD5-678384FBB43D}" destId="{5EBEE142-64D4-467F-AF14-2A8AA15D8F04}" srcOrd="4" destOrd="0" parTransId="{91304576-76BA-42D7-8EE0-E1A1B16A9043}" sibTransId="{36D46AE7-F455-479F-8F76-E683C8131861}"/>
    <dgm:cxn modelId="{C083DE87-31FC-4AA7-8685-5C1AD6B7BDF0}" srcId="{A7EF8DAA-21E4-4B2F-ACD5-678384FBB43D}" destId="{91FA5A86-A5DB-42FB-9D2A-AF2B5B665052}" srcOrd="6" destOrd="0" parTransId="{02129E13-B116-4C2A-B2A5-539534424F2D}" sibTransId="{AF3D5187-AC23-4C8B-98DF-6B852393969B}"/>
    <dgm:cxn modelId="{CBCBC891-5C13-4A7B-A6CD-6AE1B7F09420}" srcId="{A7EF8DAA-21E4-4B2F-ACD5-678384FBB43D}" destId="{6D76070B-4700-4B96-93D4-678190EAD92D}" srcOrd="3" destOrd="0" parTransId="{70D94E9E-9A73-49EA-AF21-E56654EC5110}" sibTransId="{BCB83404-A1F3-41FE-B8D7-C41E6D05F549}"/>
    <dgm:cxn modelId="{57A75D97-F516-4D82-A11F-57456D5BAB5C}" type="presOf" srcId="{BEB1092B-B8C1-4BD1-B312-520104F6BE21}" destId="{56ABAAC7-0D26-4E73-A509-42E07E48C1D3}" srcOrd="0" destOrd="0" presId="urn:microsoft.com/office/officeart/2005/8/layout/vList2"/>
    <dgm:cxn modelId="{466CA49F-5A87-4017-B96E-D15A419D5FFB}" type="presOf" srcId="{A7EF8DAA-21E4-4B2F-ACD5-678384FBB43D}" destId="{29040A4C-AFE0-4D11-9FFC-B9E211EA1476}" srcOrd="0" destOrd="0" presId="urn:microsoft.com/office/officeart/2005/8/layout/vList2"/>
    <dgm:cxn modelId="{FBD3B1DD-27A2-44A0-B3BD-88EDC0135824}" type="presOf" srcId="{29733018-ECEF-41EE-99B9-F96BE338E645}" destId="{E0197674-BD26-4758-A1FC-420DB4817AAA}" srcOrd="0" destOrd="0" presId="urn:microsoft.com/office/officeart/2005/8/layout/vList2"/>
    <dgm:cxn modelId="{95178CE3-1F44-41C8-B971-0F7524E4AFE5}" type="presOf" srcId="{CD99EE1E-4FDD-47ED-B641-306CFD046AB6}" destId="{5566043D-15F1-4441-9344-433AD9A4AF97}" srcOrd="0" destOrd="0" presId="urn:microsoft.com/office/officeart/2005/8/layout/vList2"/>
    <dgm:cxn modelId="{63D587E8-BDAF-405C-878D-A22C9C981CB5}" srcId="{A7EF8DAA-21E4-4B2F-ACD5-678384FBB43D}" destId="{CD99EE1E-4FDD-47ED-B641-306CFD046AB6}" srcOrd="1" destOrd="0" parTransId="{6055AF5E-2550-4E53-B735-5D002F6E2870}" sibTransId="{B081E4D3-50BF-4A26-A338-8380A40939A2}"/>
    <dgm:cxn modelId="{F943BCF3-E492-4096-87DC-320C6C474B93}" type="presOf" srcId="{91FA5A86-A5DB-42FB-9D2A-AF2B5B665052}" destId="{5D42C86A-0C8F-4662-A353-BFEDB9839384}" srcOrd="0" destOrd="0" presId="urn:microsoft.com/office/officeart/2005/8/layout/vList2"/>
    <dgm:cxn modelId="{C1626AF9-09AA-4FF5-9025-5B0BD07122AE}" type="presOf" srcId="{8B11BE7B-7A5F-4CA2-B0EE-2E64DC4638F7}" destId="{42135539-AFEC-49E8-A479-E3B4C03B2914}" srcOrd="0" destOrd="0" presId="urn:microsoft.com/office/officeart/2005/8/layout/vList2"/>
    <dgm:cxn modelId="{453EB2FA-75E5-4A5B-BA17-809A733E74D9}" type="presOf" srcId="{6D76070B-4700-4B96-93D4-678190EAD92D}" destId="{B81945F4-CF86-4084-A365-B2F6A8216B59}" srcOrd="0" destOrd="0" presId="urn:microsoft.com/office/officeart/2005/8/layout/vList2"/>
    <dgm:cxn modelId="{26B35EB8-EA0D-49A8-BECB-910890BC1009}" type="presParOf" srcId="{29040A4C-AFE0-4D11-9FFC-B9E211EA1476}" destId="{E0197674-BD26-4758-A1FC-420DB4817AAA}" srcOrd="0" destOrd="0" presId="urn:microsoft.com/office/officeart/2005/8/layout/vList2"/>
    <dgm:cxn modelId="{0C384191-042F-487C-ABD3-C0003A34FECF}" type="presParOf" srcId="{29040A4C-AFE0-4D11-9FFC-B9E211EA1476}" destId="{1116126B-DFAB-45D5-A0CF-40F77EEC6D14}" srcOrd="1" destOrd="0" presId="urn:microsoft.com/office/officeart/2005/8/layout/vList2"/>
    <dgm:cxn modelId="{0022B803-DC96-4B56-A74F-E0AC91AFF369}" type="presParOf" srcId="{29040A4C-AFE0-4D11-9FFC-B9E211EA1476}" destId="{5566043D-15F1-4441-9344-433AD9A4AF97}" srcOrd="2" destOrd="0" presId="urn:microsoft.com/office/officeart/2005/8/layout/vList2"/>
    <dgm:cxn modelId="{46E4583A-7C98-4C74-94FF-CD4F0139280C}" type="presParOf" srcId="{29040A4C-AFE0-4D11-9FFC-B9E211EA1476}" destId="{4FCC45D2-1D35-40A0-BC2C-395533414648}" srcOrd="3" destOrd="0" presId="urn:microsoft.com/office/officeart/2005/8/layout/vList2"/>
    <dgm:cxn modelId="{08215D4F-9B99-4B3E-9F87-9E4FD134DC3F}" type="presParOf" srcId="{29040A4C-AFE0-4D11-9FFC-B9E211EA1476}" destId="{56ABAAC7-0D26-4E73-A509-42E07E48C1D3}" srcOrd="4" destOrd="0" presId="urn:microsoft.com/office/officeart/2005/8/layout/vList2"/>
    <dgm:cxn modelId="{02D7D3B0-2755-4014-87E6-7C356D4B77DD}" type="presParOf" srcId="{29040A4C-AFE0-4D11-9FFC-B9E211EA1476}" destId="{66CADEF1-CFA5-4757-8C63-D554DD5FB32B}" srcOrd="5" destOrd="0" presId="urn:microsoft.com/office/officeart/2005/8/layout/vList2"/>
    <dgm:cxn modelId="{171F4872-C723-4503-BF78-051EA368E1DD}" type="presParOf" srcId="{29040A4C-AFE0-4D11-9FFC-B9E211EA1476}" destId="{B81945F4-CF86-4084-A365-B2F6A8216B59}" srcOrd="6" destOrd="0" presId="urn:microsoft.com/office/officeart/2005/8/layout/vList2"/>
    <dgm:cxn modelId="{F7C5BD75-1D28-40F3-AD53-B4F9DCF4630F}" type="presParOf" srcId="{29040A4C-AFE0-4D11-9FFC-B9E211EA1476}" destId="{FD650503-82C3-4AD5-BF9C-1EDC3A0D4A33}" srcOrd="7" destOrd="0" presId="urn:microsoft.com/office/officeart/2005/8/layout/vList2"/>
    <dgm:cxn modelId="{7FBBF5B1-FC82-46CA-A38E-5F8647A9D681}" type="presParOf" srcId="{29040A4C-AFE0-4D11-9FFC-B9E211EA1476}" destId="{1A9CDB1A-074D-4191-9F09-4A71CC15E7D1}" srcOrd="8" destOrd="0" presId="urn:microsoft.com/office/officeart/2005/8/layout/vList2"/>
    <dgm:cxn modelId="{ECF35AF1-6498-4AE3-9C65-E98AAF4298F2}" type="presParOf" srcId="{29040A4C-AFE0-4D11-9FFC-B9E211EA1476}" destId="{1BA01109-6122-4B06-9428-E68B3B2E9B5E}" srcOrd="9" destOrd="0" presId="urn:microsoft.com/office/officeart/2005/8/layout/vList2"/>
    <dgm:cxn modelId="{4E163EF2-4AB6-4040-80A0-9EF9592E04F8}" type="presParOf" srcId="{29040A4C-AFE0-4D11-9FFC-B9E211EA1476}" destId="{42135539-AFEC-49E8-A479-E3B4C03B2914}" srcOrd="10" destOrd="0" presId="urn:microsoft.com/office/officeart/2005/8/layout/vList2"/>
    <dgm:cxn modelId="{35AC4529-4623-4A95-98A7-2DF02AC231A5}" type="presParOf" srcId="{29040A4C-AFE0-4D11-9FFC-B9E211EA1476}" destId="{5CBB1422-38A2-4C87-8410-952C11A8F492}" srcOrd="11" destOrd="0" presId="urn:microsoft.com/office/officeart/2005/8/layout/vList2"/>
    <dgm:cxn modelId="{46241F02-8E60-4242-B06B-3FF3F2497BDB}" type="presParOf" srcId="{29040A4C-AFE0-4D11-9FFC-B9E211EA1476}" destId="{5D42C86A-0C8F-4662-A353-BFEDB9839384}" srcOrd="12" destOrd="0" presId="urn:microsoft.com/office/officeart/2005/8/layout/vList2"/>
    <dgm:cxn modelId="{44F8BA16-495B-4248-A6E0-26DAE67114C3}" type="presParOf" srcId="{29040A4C-AFE0-4D11-9FFC-B9E211EA1476}" destId="{4922BE61-4ED9-48AE-BD48-5AE09404BCD7}" srcOrd="13" destOrd="0" presId="urn:microsoft.com/office/officeart/2005/8/layout/vList2"/>
    <dgm:cxn modelId="{9640A77D-BDD7-4E64-BF9F-EAE91602210C}" type="presParOf" srcId="{29040A4C-AFE0-4D11-9FFC-B9E211EA1476}" destId="{F8AB1E73-4099-42C4-A6A5-03D1A7C564E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26018A-942B-4499-A80A-C3A8C85FFE5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2C59B9-7AD0-426B-9998-7EA41BEB5525}">
      <dgm:prSet/>
      <dgm:spPr/>
      <dgm:t>
        <a:bodyPr/>
        <a:lstStyle/>
        <a:p>
          <a:r>
            <a:rPr lang="es-AR"/>
            <a:t>Contra la integridad sexual.</a:t>
          </a:r>
          <a:endParaRPr lang="en-US"/>
        </a:p>
      </dgm:t>
    </dgm:pt>
    <dgm:pt modelId="{E7880F00-2E5F-47A0-9E09-66E574EACFE4}" type="parTrans" cxnId="{2721C6F6-B25F-479E-8914-D29F2B06DD96}">
      <dgm:prSet/>
      <dgm:spPr/>
      <dgm:t>
        <a:bodyPr/>
        <a:lstStyle/>
        <a:p>
          <a:endParaRPr lang="en-US"/>
        </a:p>
      </dgm:t>
    </dgm:pt>
    <dgm:pt modelId="{8081D885-31AE-43BA-8CA0-23FF65ED9F99}" type="sibTrans" cxnId="{2721C6F6-B25F-479E-8914-D29F2B06DD96}">
      <dgm:prSet/>
      <dgm:spPr/>
      <dgm:t>
        <a:bodyPr/>
        <a:lstStyle/>
        <a:p>
          <a:endParaRPr lang="en-US"/>
        </a:p>
      </dgm:t>
    </dgm:pt>
    <dgm:pt modelId="{27B2200D-51E7-409C-9A32-AEDE60B614E5}">
      <dgm:prSet/>
      <dgm:spPr/>
      <dgm:t>
        <a:bodyPr/>
        <a:lstStyle/>
        <a:p>
          <a:r>
            <a:rPr lang="es-AR"/>
            <a:t>Homicidio doloso/tentativa.</a:t>
          </a:r>
          <a:endParaRPr lang="en-US"/>
        </a:p>
      </dgm:t>
    </dgm:pt>
    <dgm:pt modelId="{C07265B5-874E-4F05-9258-5FF0C783FEFF}" type="parTrans" cxnId="{DB8BC886-498C-454B-BD52-5E6F59C9AF9B}">
      <dgm:prSet/>
      <dgm:spPr/>
      <dgm:t>
        <a:bodyPr/>
        <a:lstStyle/>
        <a:p>
          <a:endParaRPr lang="en-US"/>
        </a:p>
      </dgm:t>
    </dgm:pt>
    <dgm:pt modelId="{FA4642A2-2EC0-435D-A43B-44AECFD7F147}" type="sibTrans" cxnId="{DB8BC886-498C-454B-BD52-5E6F59C9AF9B}">
      <dgm:prSet/>
      <dgm:spPr/>
      <dgm:t>
        <a:bodyPr/>
        <a:lstStyle/>
        <a:p>
          <a:endParaRPr lang="en-US"/>
        </a:p>
      </dgm:t>
    </dgm:pt>
    <dgm:pt modelId="{D5096E0F-CA6F-4D15-B937-A825BC228773}">
      <dgm:prSet/>
      <dgm:spPr/>
      <dgm:t>
        <a:bodyPr/>
        <a:lstStyle/>
        <a:p>
          <a:r>
            <a:rPr lang="es-AR"/>
            <a:t>Abuso de arma.</a:t>
          </a:r>
          <a:endParaRPr lang="en-US"/>
        </a:p>
      </dgm:t>
    </dgm:pt>
    <dgm:pt modelId="{E5B70622-7B1B-4ED2-A15A-B4E6959B81A7}" type="parTrans" cxnId="{76F6C1E7-4CF7-4B17-AABE-E10113A4B9BB}">
      <dgm:prSet/>
      <dgm:spPr/>
      <dgm:t>
        <a:bodyPr/>
        <a:lstStyle/>
        <a:p>
          <a:endParaRPr lang="en-US"/>
        </a:p>
      </dgm:t>
    </dgm:pt>
    <dgm:pt modelId="{11C6957A-235E-4D09-9714-F78F793860B8}" type="sibTrans" cxnId="{76F6C1E7-4CF7-4B17-AABE-E10113A4B9BB}">
      <dgm:prSet/>
      <dgm:spPr/>
      <dgm:t>
        <a:bodyPr/>
        <a:lstStyle/>
        <a:p>
          <a:endParaRPr lang="en-US"/>
        </a:p>
      </dgm:t>
    </dgm:pt>
    <dgm:pt modelId="{294EF427-6B5B-4A8D-B6BC-436A4D51FA5D}">
      <dgm:prSet/>
      <dgm:spPr/>
      <dgm:t>
        <a:bodyPr/>
        <a:lstStyle/>
        <a:p>
          <a:r>
            <a:rPr lang="en-US"/>
            <a:t>L.C.A.T.</a:t>
          </a:r>
        </a:p>
      </dgm:t>
    </dgm:pt>
    <dgm:pt modelId="{7732B8F8-7F1A-4304-8CD8-700A5037D238}" type="parTrans" cxnId="{70B99309-5261-43A3-97BB-6797D5ACF90F}">
      <dgm:prSet/>
      <dgm:spPr/>
      <dgm:t>
        <a:bodyPr/>
        <a:lstStyle/>
        <a:p>
          <a:endParaRPr lang="en-US"/>
        </a:p>
      </dgm:t>
    </dgm:pt>
    <dgm:pt modelId="{46D12C1D-289A-493D-ADAF-0C1341C75CA3}" type="sibTrans" cxnId="{70B99309-5261-43A3-97BB-6797D5ACF90F}">
      <dgm:prSet/>
      <dgm:spPr/>
      <dgm:t>
        <a:bodyPr/>
        <a:lstStyle/>
        <a:p>
          <a:endParaRPr lang="en-US"/>
        </a:p>
      </dgm:t>
    </dgm:pt>
    <dgm:pt modelId="{441A490E-325B-4058-B2E5-62B047A63E89}">
      <dgm:prSet/>
      <dgm:spPr/>
      <dgm:t>
        <a:bodyPr/>
        <a:lstStyle/>
        <a:p>
          <a:r>
            <a:rPr lang="en-US"/>
            <a:t>Otros.</a:t>
          </a:r>
        </a:p>
      </dgm:t>
    </dgm:pt>
    <dgm:pt modelId="{623712C4-B7AB-4623-8500-D624A4C5EEE1}" type="parTrans" cxnId="{852B2680-109E-43BF-AB5C-44C2B8181989}">
      <dgm:prSet/>
      <dgm:spPr/>
      <dgm:t>
        <a:bodyPr/>
        <a:lstStyle/>
        <a:p>
          <a:endParaRPr lang="en-US"/>
        </a:p>
      </dgm:t>
    </dgm:pt>
    <dgm:pt modelId="{817A6902-66E5-47D4-B748-D25857591C64}" type="sibTrans" cxnId="{852B2680-109E-43BF-AB5C-44C2B8181989}">
      <dgm:prSet/>
      <dgm:spPr/>
      <dgm:t>
        <a:bodyPr/>
        <a:lstStyle/>
        <a:p>
          <a:endParaRPr lang="en-US"/>
        </a:p>
      </dgm:t>
    </dgm:pt>
    <dgm:pt modelId="{AE9BDC07-11B2-496E-8EBF-F1B9BB22F5F4}" type="pres">
      <dgm:prSet presAssocID="{3826018A-942B-4499-A80A-C3A8C85FFE59}" presName="vert0" presStyleCnt="0">
        <dgm:presLayoutVars>
          <dgm:dir/>
          <dgm:animOne val="branch"/>
          <dgm:animLvl val="lvl"/>
        </dgm:presLayoutVars>
      </dgm:prSet>
      <dgm:spPr/>
    </dgm:pt>
    <dgm:pt modelId="{FB3701E3-74B2-4E7C-8E29-45E657A2E1CF}" type="pres">
      <dgm:prSet presAssocID="{CC2C59B9-7AD0-426B-9998-7EA41BEB5525}" presName="thickLine" presStyleLbl="alignNode1" presStyleIdx="0" presStyleCnt="5"/>
      <dgm:spPr/>
    </dgm:pt>
    <dgm:pt modelId="{99434D91-61C6-4CD7-BB29-845047919C41}" type="pres">
      <dgm:prSet presAssocID="{CC2C59B9-7AD0-426B-9998-7EA41BEB5525}" presName="horz1" presStyleCnt="0"/>
      <dgm:spPr/>
    </dgm:pt>
    <dgm:pt modelId="{EC5894B7-5C58-4BF6-9903-F6C4246BBB8E}" type="pres">
      <dgm:prSet presAssocID="{CC2C59B9-7AD0-426B-9998-7EA41BEB5525}" presName="tx1" presStyleLbl="revTx" presStyleIdx="0" presStyleCnt="5"/>
      <dgm:spPr/>
    </dgm:pt>
    <dgm:pt modelId="{D28FDCD1-6FEC-4815-AA7C-A89C76297B30}" type="pres">
      <dgm:prSet presAssocID="{CC2C59B9-7AD0-426B-9998-7EA41BEB5525}" presName="vert1" presStyleCnt="0"/>
      <dgm:spPr/>
    </dgm:pt>
    <dgm:pt modelId="{E5D20E06-1F6B-430E-AC92-DC06DEE4DCDD}" type="pres">
      <dgm:prSet presAssocID="{27B2200D-51E7-409C-9A32-AEDE60B614E5}" presName="thickLine" presStyleLbl="alignNode1" presStyleIdx="1" presStyleCnt="5"/>
      <dgm:spPr/>
    </dgm:pt>
    <dgm:pt modelId="{6CE1A725-80F3-4E86-832B-9F1E733ACFAD}" type="pres">
      <dgm:prSet presAssocID="{27B2200D-51E7-409C-9A32-AEDE60B614E5}" presName="horz1" presStyleCnt="0"/>
      <dgm:spPr/>
    </dgm:pt>
    <dgm:pt modelId="{60475E71-FA4F-40D4-8B10-E2E6E734C534}" type="pres">
      <dgm:prSet presAssocID="{27B2200D-51E7-409C-9A32-AEDE60B614E5}" presName="tx1" presStyleLbl="revTx" presStyleIdx="1" presStyleCnt="5"/>
      <dgm:spPr/>
    </dgm:pt>
    <dgm:pt modelId="{706E8821-D9D2-4399-98B7-C5D1929574DA}" type="pres">
      <dgm:prSet presAssocID="{27B2200D-51E7-409C-9A32-AEDE60B614E5}" presName="vert1" presStyleCnt="0"/>
      <dgm:spPr/>
    </dgm:pt>
    <dgm:pt modelId="{0286A754-36BB-4797-9DF4-B454F725B6A3}" type="pres">
      <dgm:prSet presAssocID="{D5096E0F-CA6F-4D15-B937-A825BC228773}" presName="thickLine" presStyleLbl="alignNode1" presStyleIdx="2" presStyleCnt="5"/>
      <dgm:spPr/>
    </dgm:pt>
    <dgm:pt modelId="{258804FC-1205-48A4-BE96-C44CA23579F0}" type="pres">
      <dgm:prSet presAssocID="{D5096E0F-CA6F-4D15-B937-A825BC228773}" presName="horz1" presStyleCnt="0"/>
      <dgm:spPr/>
    </dgm:pt>
    <dgm:pt modelId="{3B801D15-9B22-48B7-BF62-8942AED2AB19}" type="pres">
      <dgm:prSet presAssocID="{D5096E0F-CA6F-4D15-B937-A825BC228773}" presName="tx1" presStyleLbl="revTx" presStyleIdx="2" presStyleCnt="5"/>
      <dgm:spPr/>
    </dgm:pt>
    <dgm:pt modelId="{7C63AECC-A4D5-4E23-9757-F41FF7D9E132}" type="pres">
      <dgm:prSet presAssocID="{D5096E0F-CA6F-4D15-B937-A825BC228773}" presName="vert1" presStyleCnt="0"/>
      <dgm:spPr/>
    </dgm:pt>
    <dgm:pt modelId="{0216239A-EC29-4D37-B91A-DA686463581D}" type="pres">
      <dgm:prSet presAssocID="{294EF427-6B5B-4A8D-B6BC-436A4D51FA5D}" presName="thickLine" presStyleLbl="alignNode1" presStyleIdx="3" presStyleCnt="5"/>
      <dgm:spPr/>
    </dgm:pt>
    <dgm:pt modelId="{F758B959-B812-4F13-B215-AAEEA92FF585}" type="pres">
      <dgm:prSet presAssocID="{294EF427-6B5B-4A8D-B6BC-436A4D51FA5D}" presName="horz1" presStyleCnt="0"/>
      <dgm:spPr/>
    </dgm:pt>
    <dgm:pt modelId="{5592559B-E28B-4D74-8FBB-B8FFE7977AA0}" type="pres">
      <dgm:prSet presAssocID="{294EF427-6B5B-4A8D-B6BC-436A4D51FA5D}" presName="tx1" presStyleLbl="revTx" presStyleIdx="3" presStyleCnt="5"/>
      <dgm:spPr/>
    </dgm:pt>
    <dgm:pt modelId="{A39C5A05-9D02-4351-9B99-6A9DCC8EB101}" type="pres">
      <dgm:prSet presAssocID="{294EF427-6B5B-4A8D-B6BC-436A4D51FA5D}" presName="vert1" presStyleCnt="0"/>
      <dgm:spPr/>
    </dgm:pt>
    <dgm:pt modelId="{D01041E1-0F8E-4E54-B92D-29085EBE1D08}" type="pres">
      <dgm:prSet presAssocID="{441A490E-325B-4058-B2E5-62B047A63E89}" presName="thickLine" presStyleLbl="alignNode1" presStyleIdx="4" presStyleCnt="5"/>
      <dgm:spPr/>
    </dgm:pt>
    <dgm:pt modelId="{B31835F2-C335-4C7E-AA59-A116520FC6C6}" type="pres">
      <dgm:prSet presAssocID="{441A490E-325B-4058-B2E5-62B047A63E89}" presName="horz1" presStyleCnt="0"/>
      <dgm:spPr/>
    </dgm:pt>
    <dgm:pt modelId="{6D33F541-2AF9-4957-AC09-A8A1C299CE0E}" type="pres">
      <dgm:prSet presAssocID="{441A490E-325B-4058-B2E5-62B047A63E89}" presName="tx1" presStyleLbl="revTx" presStyleIdx="4" presStyleCnt="5"/>
      <dgm:spPr/>
    </dgm:pt>
    <dgm:pt modelId="{BB5E751D-072A-450C-BAA0-970CAE3A97C9}" type="pres">
      <dgm:prSet presAssocID="{441A490E-325B-4058-B2E5-62B047A63E89}" presName="vert1" presStyleCnt="0"/>
      <dgm:spPr/>
    </dgm:pt>
  </dgm:ptLst>
  <dgm:cxnLst>
    <dgm:cxn modelId="{70B99309-5261-43A3-97BB-6797D5ACF90F}" srcId="{3826018A-942B-4499-A80A-C3A8C85FFE59}" destId="{294EF427-6B5B-4A8D-B6BC-436A4D51FA5D}" srcOrd="3" destOrd="0" parTransId="{7732B8F8-7F1A-4304-8CD8-700A5037D238}" sibTransId="{46D12C1D-289A-493D-ADAF-0C1341C75CA3}"/>
    <dgm:cxn modelId="{3E447476-15F6-429D-9F53-785270B9FCBE}" type="presOf" srcId="{CC2C59B9-7AD0-426B-9998-7EA41BEB5525}" destId="{EC5894B7-5C58-4BF6-9903-F6C4246BBB8E}" srcOrd="0" destOrd="0" presId="urn:microsoft.com/office/officeart/2008/layout/LinedList"/>
    <dgm:cxn modelId="{852B2680-109E-43BF-AB5C-44C2B8181989}" srcId="{3826018A-942B-4499-A80A-C3A8C85FFE59}" destId="{441A490E-325B-4058-B2E5-62B047A63E89}" srcOrd="4" destOrd="0" parTransId="{623712C4-B7AB-4623-8500-D624A4C5EEE1}" sibTransId="{817A6902-66E5-47D4-B748-D25857591C64}"/>
    <dgm:cxn modelId="{DB8BC886-498C-454B-BD52-5E6F59C9AF9B}" srcId="{3826018A-942B-4499-A80A-C3A8C85FFE59}" destId="{27B2200D-51E7-409C-9A32-AEDE60B614E5}" srcOrd="1" destOrd="0" parTransId="{C07265B5-874E-4F05-9258-5FF0C783FEFF}" sibTransId="{FA4642A2-2EC0-435D-A43B-44AECFD7F147}"/>
    <dgm:cxn modelId="{4DD68D8E-17B8-4399-A0AC-CBB6D821BFC4}" type="presOf" srcId="{3826018A-942B-4499-A80A-C3A8C85FFE59}" destId="{AE9BDC07-11B2-496E-8EBF-F1B9BB22F5F4}" srcOrd="0" destOrd="0" presId="urn:microsoft.com/office/officeart/2008/layout/LinedList"/>
    <dgm:cxn modelId="{5FF11F90-CD0E-4385-B8EC-7B26FEC3798D}" type="presOf" srcId="{441A490E-325B-4058-B2E5-62B047A63E89}" destId="{6D33F541-2AF9-4957-AC09-A8A1C299CE0E}" srcOrd="0" destOrd="0" presId="urn:microsoft.com/office/officeart/2008/layout/LinedList"/>
    <dgm:cxn modelId="{DD814C91-2D40-453D-9BDF-F88570CE78D8}" type="presOf" srcId="{294EF427-6B5B-4A8D-B6BC-436A4D51FA5D}" destId="{5592559B-E28B-4D74-8FBB-B8FFE7977AA0}" srcOrd="0" destOrd="0" presId="urn:microsoft.com/office/officeart/2008/layout/LinedList"/>
    <dgm:cxn modelId="{B965FEA5-930D-4216-9A17-CD09070FC845}" type="presOf" srcId="{D5096E0F-CA6F-4D15-B937-A825BC228773}" destId="{3B801D15-9B22-48B7-BF62-8942AED2AB19}" srcOrd="0" destOrd="0" presId="urn:microsoft.com/office/officeart/2008/layout/LinedList"/>
    <dgm:cxn modelId="{4DFF6FBF-FDF6-4F9E-82D4-52AEA11ED3CB}" type="presOf" srcId="{27B2200D-51E7-409C-9A32-AEDE60B614E5}" destId="{60475E71-FA4F-40D4-8B10-E2E6E734C534}" srcOrd="0" destOrd="0" presId="urn:microsoft.com/office/officeart/2008/layout/LinedList"/>
    <dgm:cxn modelId="{76F6C1E7-4CF7-4B17-AABE-E10113A4B9BB}" srcId="{3826018A-942B-4499-A80A-C3A8C85FFE59}" destId="{D5096E0F-CA6F-4D15-B937-A825BC228773}" srcOrd="2" destOrd="0" parTransId="{E5B70622-7B1B-4ED2-A15A-B4E6959B81A7}" sibTransId="{11C6957A-235E-4D09-9714-F78F793860B8}"/>
    <dgm:cxn modelId="{2721C6F6-B25F-479E-8914-D29F2B06DD96}" srcId="{3826018A-942B-4499-A80A-C3A8C85FFE59}" destId="{CC2C59B9-7AD0-426B-9998-7EA41BEB5525}" srcOrd="0" destOrd="0" parTransId="{E7880F00-2E5F-47A0-9E09-66E574EACFE4}" sibTransId="{8081D885-31AE-43BA-8CA0-23FF65ED9F99}"/>
    <dgm:cxn modelId="{1C2A581A-4C6E-4F30-A254-F0B474DA4F6D}" type="presParOf" srcId="{AE9BDC07-11B2-496E-8EBF-F1B9BB22F5F4}" destId="{FB3701E3-74B2-4E7C-8E29-45E657A2E1CF}" srcOrd="0" destOrd="0" presId="urn:microsoft.com/office/officeart/2008/layout/LinedList"/>
    <dgm:cxn modelId="{14B60CF4-1859-4D63-860F-8FEA0EDBDA85}" type="presParOf" srcId="{AE9BDC07-11B2-496E-8EBF-F1B9BB22F5F4}" destId="{99434D91-61C6-4CD7-BB29-845047919C41}" srcOrd="1" destOrd="0" presId="urn:microsoft.com/office/officeart/2008/layout/LinedList"/>
    <dgm:cxn modelId="{C5524AE7-40AE-4250-B067-8E01A7CDFD02}" type="presParOf" srcId="{99434D91-61C6-4CD7-BB29-845047919C41}" destId="{EC5894B7-5C58-4BF6-9903-F6C4246BBB8E}" srcOrd="0" destOrd="0" presId="urn:microsoft.com/office/officeart/2008/layout/LinedList"/>
    <dgm:cxn modelId="{C7DEC337-E5B7-4789-9EDE-AE9658F31C0D}" type="presParOf" srcId="{99434D91-61C6-4CD7-BB29-845047919C41}" destId="{D28FDCD1-6FEC-4815-AA7C-A89C76297B30}" srcOrd="1" destOrd="0" presId="urn:microsoft.com/office/officeart/2008/layout/LinedList"/>
    <dgm:cxn modelId="{1D455E7A-AD68-49E9-96B3-E0BA68EC7A93}" type="presParOf" srcId="{AE9BDC07-11B2-496E-8EBF-F1B9BB22F5F4}" destId="{E5D20E06-1F6B-430E-AC92-DC06DEE4DCDD}" srcOrd="2" destOrd="0" presId="urn:microsoft.com/office/officeart/2008/layout/LinedList"/>
    <dgm:cxn modelId="{5A3D5151-6E8E-4892-BA15-C6790A3FD95C}" type="presParOf" srcId="{AE9BDC07-11B2-496E-8EBF-F1B9BB22F5F4}" destId="{6CE1A725-80F3-4E86-832B-9F1E733ACFAD}" srcOrd="3" destOrd="0" presId="urn:microsoft.com/office/officeart/2008/layout/LinedList"/>
    <dgm:cxn modelId="{9466B1F2-B1DC-4861-8390-98CEEFB02642}" type="presParOf" srcId="{6CE1A725-80F3-4E86-832B-9F1E733ACFAD}" destId="{60475E71-FA4F-40D4-8B10-E2E6E734C534}" srcOrd="0" destOrd="0" presId="urn:microsoft.com/office/officeart/2008/layout/LinedList"/>
    <dgm:cxn modelId="{3442FE74-9FE2-45BC-8E88-B2F8B262BA1F}" type="presParOf" srcId="{6CE1A725-80F3-4E86-832B-9F1E733ACFAD}" destId="{706E8821-D9D2-4399-98B7-C5D1929574DA}" srcOrd="1" destOrd="0" presId="urn:microsoft.com/office/officeart/2008/layout/LinedList"/>
    <dgm:cxn modelId="{3D75DB40-3E58-4048-9933-BBA9381BC3E5}" type="presParOf" srcId="{AE9BDC07-11B2-496E-8EBF-F1B9BB22F5F4}" destId="{0286A754-36BB-4797-9DF4-B454F725B6A3}" srcOrd="4" destOrd="0" presId="urn:microsoft.com/office/officeart/2008/layout/LinedList"/>
    <dgm:cxn modelId="{F7049FA2-5267-4CD0-9B01-55AB08B5746E}" type="presParOf" srcId="{AE9BDC07-11B2-496E-8EBF-F1B9BB22F5F4}" destId="{258804FC-1205-48A4-BE96-C44CA23579F0}" srcOrd="5" destOrd="0" presId="urn:microsoft.com/office/officeart/2008/layout/LinedList"/>
    <dgm:cxn modelId="{58429860-A3C9-4645-9146-BC4CE035DC90}" type="presParOf" srcId="{258804FC-1205-48A4-BE96-C44CA23579F0}" destId="{3B801D15-9B22-48B7-BF62-8942AED2AB19}" srcOrd="0" destOrd="0" presId="urn:microsoft.com/office/officeart/2008/layout/LinedList"/>
    <dgm:cxn modelId="{6E29FD4A-63FC-46AE-A231-9692598B2C5C}" type="presParOf" srcId="{258804FC-1205-48A4-BE96-C44CA23579F0}" destId="{7C63AECC-A4D5-4E23-9757-F41FF7D9E132}" srcOrd="1" destOrd="0" presId="urn:microsoft.com/office/officeart/2008/layout/LinedList"/>
    <dgm:cxn modelId="{D54276CB-42AE-4F5A-96A7-E15765973697}" type="presParOf" srcId="{AE9BDC07-11B2-496E-8EBF-F1B9BB22F5F4}" destId="{0216239A-EC29-4D37-B91A-DA686463581D}" srcOrd="6" destOrd="0" presId="urn:microsoft.com/office/officeart/2008/layout/LinedList"/>
    <dgm:cxn modelId="{D80CB308-1A3F-444F-BF61-E4101CD6F008}" type="presParOf" srcId="{AE9BDC07-11B2-496E-8EBF-F1B9BB22F5F4}" destId="{F758B959-B812-4F13-B215-AAEEA92FF585}" srcOrd="7" destOrd="0" presId="urn:microsoft.com/office/officeart/2008/layout/LinedList"/>
    <dgm:cxn modelId="{6522B070-C559-4D01-889F-DDA02ADC2CD6}" type="presParOf" srcId="{F758B959-B812-4F13-B215-AAEEA92FF585}" destId="{5592559B-E28B-4D74-8FBB-B8FFE7977AA0}" srcOrd="0" destOrd="0" presId="urn:microsoft.com/office/officeart/2008/layout/LinedList"/>
    <dgm:cxn modelId="{E03CD576-16D5-4B0D-8C47-10BC1C072536}" type="presParOf" srcId="{F758B959-B812-4F13-B215-AAEEA92FF585}" destId="{A39C5A05-9D02-4351-9B99-6A9DCC8EB101}" srcOrd="1" destOrd="0" presId="urn:microsoft.com/office/officeart/2008/layout/LinedList"/>
    <dgm:cxn modelId="{D43D1F7D-572B-4EF9-8D5C-78E0110024A9}" type="presParOf" srcId="{AE9BDC07-11B2-496E-8EBF-F1B9BB22F5F4}" destId="{D01041E1-0F8E-4E54-B92D-29085EBE1D08}" srcOrd="8" destOrd="0" presId="urn:microsoft.com/office/officeart/2008/layout/LinedList"/>
    <dgm:cxn modelId="{9B0DEF48-BB87-4319-86AF-1BF2239A9E8D}" type="presParOf" srcId="{AE9BDC07-11B2-496E-8EBF-F1B9BB22F5F4}" destId="{B31835F2-C335-4C7E-AA59-A116520FC6C6}" srcOrd="9" destOrd="0" presId="urn:microsoft.com/office/officeart/2008/layout/LinedList"/>
    <dgm:cxn modelId="{D23A7281-D52B-4C55-B25E-DAF3B6326DB6}" type="presParOf" srcId="{B31835F2-C335-4C7E-AA59-A116520FC6C6}" destId="{6D33F541-2AF9-4957-AC09-A8A1C299CE0E}" srcOrd="0" destOrd="0" presId="urn:microsoft.com/office/officeart/2008/layout/LinedList"/>
    <dgm:cxn modelId="{5189699E-06CE-4A1D-A0E6-D468184748F2}" type="presParOf" srcId="{B31835F2-C335-4C7E-AA59-A116520FC6C6}" destId="{BB5E751D-072A-450C-BAA0-970CAE3A97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2553DF6-5140-45D1-9ECB-A2DD869E427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900778-CAD5-41DA-9D7B-26D556F79233}">
      <dgm:prSet/>
      <dgm:spPr/>
      <dgm:t>
        <a:bodyPr/>
        <a:lstStyle/>
        <a:p>
          <a:r>
            <a:rPr lang="es-AR"/>
            <a:t>Art. 211° ARRESTO</a:t>
          </a:r>
          <a:endParaRPr lang="en-US"/>
        </a:p>
      </dgm:t>
    </dgm:pt>
    <dgm:pt modelId="{0A67A1A7-AF73-4AAA-901A-0D27AEDF496C}" type="parTrans" cxnId="{A239CD87-4296-44B7-975E-1B5C8C4C213E}">
      <dgm:prSet/>
      <dgm:spPr/>
      <dgm:t>
        <a:bodyPr/>
        <a:lstStyle/>
        <a:p>
          <a:endParaRPr lang="en-US"/>
        </a:p>
      </dgm:t>
    </dgm:pt>
    <dgm:pt modelId="{F873FF36-3D81-4FAB-959B-56CCC7A1C158}" type="sibTrans" cxnId="{A239CD87-4296-44B7-975E-1B5C8C4C213E}">
      <dgm:prSet/>
      <dgm:spPr/>
      <dgm:t>
        <a:bodyPr/>
        <a:lstStyle/>
        <a:p>
          <a:endParaRPr lang="en-US"/>
        </a:p>
      </dgm:t>
    </dgm:pt>
    <dgm:pt modelId="{6111D1CA-49AE-4F69-8D23-C08AE555E0F2}">
      <dgm:prSet/>
      <dgm:spPr/>
      <dgm:t>
        <a:bodyPr/>
        <a:lstStyle/>
        <a:p>
          <a:r>
            <a:rPr lang="es-AR"/>
            <a:t>Art. 212° APREHENSIÓN</a:t>
          </a:r>
          <a:endParaRPr lang="en-US"/>
        </a:p>
      </dgm:t>
    </dgm:pt>
    <dgm:pt modelId="{21DDE267-DE40-4743-9105-E63A76382667}" type="parTrans" cxnId="{0B2CBC2E-19FB-4AE3-8407-F4F257960730}">
      <dgm:prSet/>
      <dgm:spPr/>
      <dgm:t>
        <a:bodyPr/>
        <a:lstStyle/>
        <a:p>
          <a:endParaRPr lang="en-US"/>
        </a:p>
      </dgm:t>
    </dgm:pt>
    <dgm:pt modelId="{BA33F202-366E-4235-B90D-B2C56ED11C7D}" type="sibTrans" cxnId="{0B2CBC2E-19FB-4AE3-8407-F4F257960730}">
      <dgm:prSet/>
      <dgm:spPr/>
      <dgm:t>
        <a:bodyPr/>
        <a:lstStyle/>
        <a:p>
          <a:endParaRPr lang="en-US"/>
        </a:p>
      </dgm:t>
    </dgm:pt>
    <dgm:pt modelId="{AECFDB89-5DF3-4BD4-B26A-91DB6851E01F}">
      <dgm:prSet/>
      <dgm:spPr/>
      <dgm:t>
        <a:bodyPr/>
        <a:lstStyle/>
        <a:p>
          <a:r>
            <a:rPr lang="es-AR"/>
            <a:t>Art. 213° FLAGRANCIA</a:t>
          </a:r>
          <a:endParaRPr lang="en-US"/>
        </a:p>
      </dgm:t>
    </dgm:pt>
    <dgm:pt modelId="{444D9904-D806-45A2-B7A7-8F3DF9F8CE87}" type="parTrans" cxnId="{8CFF1C1E-A7E4-4523-8BCB-B6F5759CAF2C}">
      <dgm:prSet/>
      <dgm:spPr/>
      <dgm:t>
        <a:bodyPr/>
        <a:lstStyle/>
        <a:p>
          <a:endParaRPr lang="en-US"/>
        </a:p>
      </dgm:t>
    </dgm:pt>
    <dgm:pt modelId="{8E17172F-8140-40E9-9747-6547D8AD544A}" type="sibTrans" cxnId="{8CFF1C1E-A7E4-4523-8BCB-B6F5759CAF2C}">
      <dgm:prSet/>
      <dgm:spPr/>
      <dgm:t>
        <a:bodyPr/>
        <a:lstStyle/>
        <a:p>
          <a:endParaRPr lang="en-US"/>
        </a:p>
      </dgm:t>
    </dgm:pt>
    <dgm:pt modelId="{B27365D4-E42E-45EC-9B96-549C0FB4C865}">
      <dgm:prSet/>
      <dgm:spPr/>
      <dgm:t>
        <a:bodyPr/>
        <a:lstStyle/>
        <a:p>
          <a:r>
            <a:rPr lang="es-AR"/>
            <a:t>Art. 214° DETENCIÓN</a:t>
          </a:r>
          <a:endParaRPr lang="en-US"/>
        </a:p>
      </dgm:t>
    </dgm:pt>
    <dgm:pt modelId="{BC246278-6666-48BD-811D-D1074BFBF2BD}" type="parTrans" cxnId="{CD45A662-C3E4-45D1-A604-049E3117324A}">
      <dgm:prSet/>
      <dgm:spPr/>
      <dgm:t>
        <a:bodyPr/>
        <a:lstStyle/>
        <a:p>
          <a:endParaRPr lang="en-US"/>
        </a:p>
      </dgm:t>
    </dgm:pt>
    <dgm:pt modelId="{A2CDE01D-F040-40B2-BC1F-1125957F8E73}" type="sibTrans" cxnId="{CD45A662-C3E4-45D1-A604-049E3117324A}">
      <dgm:prSet/>
      <dgm:spPr/>
      <dgm:t>
        <a:bodyPr/>
        <a:lstStyle/>
        <a:p>
          <a:endParaRPr lang="en-US"/>
        </a:p>
      </dgm:t>
    </dgm:pt>
    <dgm:pt modelId="{CB9E2EF4-47AC-48EC-AD75-C0EF44BA6218}">
      <dgm:prSet/>
      <dgm:spPr/>
      <dgm:t>
        <a:bodyPr/>
        <a:lstStyle/>
        <a:p>
          <a:r>
            <a:rPr lang="es-AR"/>
            <a:t>Art Nro 10 Bis LOP Nro 12.521 (demora)</a:t>
          </a:r>
          <a:endParaRPr lang="en-US"/>
        </a:p>
      </dgm:t>
    </dgm:pt>
    <dgm:pt modelId="{89246A6B-F42C-4E86-AAEA-C7531FDD3977}" type="parTrans" cxnId="{5C4BD82F-3930-4BAD-A72B-09201F7CACC0}">
      <dgm:prSet/>
      <dgm:spPr/>
      <dgm:t>
        <a:bodyPr/>
        <a:lstStyle/>
        <a:p>
          <a:endParaRPr lang="en-US"/>
        </a:p>
      </dgm:t>
    </dgm:pt>
    <dgm:pt modelId="{35C9A5CD-A3B3-45B2-9ED1-3A048C2C753B}" type="sibTrans" cxnId="{5C4BD82F-3930-4BAD-A72B-09201F7CACC0}">
      <dgm:prSet/>
      <dgm:spPr/>
      <dgm:t>
        <a:bodyPr/>
        <a:lstStyle/>
        <a:p>
          <a:endParaRPr lang="en-US"/>
        </a:p>
      </dgm:t>
    </dgm:pt>
    <dgm:pt modelId="{E1FE1F12-C00E-4CD7-92F7-06319A571DFD}" type="pres">
      <dgm:prSet presAssocID="{A2553DF6-5140-45D1-9ECB-A2DD869E427A}" presName="linear" presStyleCnt="0">
        <dgm:presLayoutVars>
          <dgm:animLvl val="lvl"/>
          <dgm:resizeHandles val="exact"/>
        </dgm:presLayoutVars>
      </dgm:prSet>
      <dgm:spPr/>
    </dgm:pt>
    <dgm:pt modelId="{5B663532-22D6-4258-B88D-3CB25578A4D1}" type="pres">
      <dgm:prSet presAssocID="{F5900778-CAD5-41DA-9D7B-26D556F7923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1D2532E-53AA-4B0B-B6CF-4E97AC520322}" type="pres">
      <dgm:prSet presAssocID="{F873FF36-3D81-4FAB-959B-56CCC7A1C158}" presName="spacer" presStyleCnt="0"/>
      <dgm:spPr/>
    </dgm:pt>
    <dgm:pt modelId="{ED113624-0AB1-4DED-9441-4FABDB662093}" type="pres">
      <dgm:prSet presAssocID="{6111D1CA-49AE-4F69-8D23-C08AE555E0F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11D85CD-D4FC-4F5D-862C-A21B47ED7609}" type="pres">
      <dgm:prSet presAssocID="{BA33F202-366E-4235-B90D-B2C56ED11C7D}" presName="spacer" presStyleCnt="0"/>
      <dgm:spPr/>
    </dgm:pt>
    <dgm:pt modelId="{110600D6-3E48-4D62-9519-712574B49384}" type="pres">
      <dgm:prSet presAssocID="{AECFDB89-5DF3-4BD4-B26A-91DB6851E01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90AC11-DA52-4C20-B77D-DCC245132F04}" type="pres">
      <dgm:prSet presAssocID="{8E17172F-8140-40E9-9747-6547D8AD544A}" presName="spacer" presStyleCnt="0"/>
      <dgm:spPr/>
    </dgm:pt>
    <dgm:pt modelId="{78A9DBCA-7D48-452A-8CE8-948D5BDB73C7}" type="pres">
      <dgm:prSet presAssocID="{B27365D4-E42E-45EC-9B96-549C0FB4C86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5201C8D-9AC0-4C97-A606-9B3530C87AB1}" type="pres">
      <dgm:prSet presAssocID="{A2CDE01D-F040-40B2-BC1F-1125957F8E73}" presName="spacer" presStyleCnt="0"/>
      <dgm:spPr/>
    </dgm:pt>
    <dgm:pt modelId="{F3926468-5BD8-45D8-8A85-597181DD2E10}" type="pres">
      <dgm:prSet presAssocID="{CB9E2EF4-47AC-48EC-AD75-C0EF44BA621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CFF1C1E-A7E4-4523-8BCB-B6F5759CAF2C}" srcId="{A2553DF6-5140-45D1-9ECB-A2DD869E427A}" destId="{AECFDB89-5DF3-4BD4-B26A-91DB6851E01F}" srcOrd="2" destOrd="0" parTransId="{444D9904-D806-45A2-B7A7-8F3DF9F8CE87}" sibTransId="{8E17172F-8140-40E9-9747-6547D8AD544A}"/>
    <dgm:cxn modelId="{0B2CBC2E-19FB-4AE3-8407-F4F257960730}" srcId="{A2553DF6-5140-45D1-9ECB-A2DD869E427A}" destId="{6111D1CA-49AE-4F69-8D23-C08AE555E0F2}" srcOrd="1" destOrd="0" parTransId="{21DDE267-DE40-4743-9105-E63A76382667}" sibTransId="{BA33F202-366E-4235-B90D-B2C56ED11C7D}"/>
    <dgm:cxn modelId="{5C4BD82F-3930-4BAD-A72B-09201F7CACC0}" srcId="{A2553DF6-5140-45D1-9ECB-A2DD869E427A}" destId="{CB9E2EF4-47AC-48EC-AD75-C0EF44BA6218}" srcOrd="4" destOrd="0" parTransId="{89246A6B-F42C-4E86-AAEA-C7531FDD3977}" sibTransId="{35C9A5CD-A3B3-45B2-9ED1-3A048C2C753B}"/>
    <dgm:cxn modelId="{CD45A662-C3E4-45D1-A604-049E3117324A}" srcId="{A2553DF6-5140-45D1-9ECB-A2DD869E427A}" destId="{B27365D4-E42E-45EC-9B96-549C0FB4C865}" srcOrd="3" destOrd="0" parTransId="{BC246278-6666-48BD-811D-D1074BFBF2BD}" sibTransId="{A2CDE01D-F040-40B2-BC1F-1125957F8E73}"/>
    <dgm:cxn modelId="{17D46B66-3B67-40C1-96A3-92650DE45EAF}" type="presOf" srcId="{CB9E2EF4-47AC-48EC-AD75-C0EF44BA6218}" destId="{F3926468-5BD8-45D8-8A85-597181DD2E10}" srcOrd="0" destOrd="0" presId="urn:microsoft.com/office/officeart/2005/8/layout/vList2"/>
    <dgm:cxn modelId="{BB4FB752-6D91-4B57-8D9F-DB3CB81C5D27}" type="presOf" srcId="{B27365D4-E42E-45EC-9B96-549C0FB4C865}" destId="{78A9DBCA-7D48-452A-8CE8-948D5BDB73C7}" srcOrd="0" destOrd="0" presId="urn:microsoft.com/office/officeart/2005/8/layout/vList2"/>
    <dgm:cxn modelId="{A239CD87-4296-44B7-975E-1B5C8C4C213E}" srcId="{A2553DF6-5140-45D1-9ECB-A2DD869E427A}" destId="{F5900778-CAD5-41DA-9D7B-26D556F79233}" srcOrd="0" destOrd="0" parTransId="{0A67A1A7-AF73-4AAA-901A-0D27AEDF496C}" sibTransId="{F873FF36-3D81-4FAB-959B-56CCC7A1C158}"/>
    <dgm:cxn modelId="{AB7AC79E-4FCF-4ED2-8965-3F57181A523E}" type="presOf" srcId="{6111D1CA-49AE-4F69-8D23-C08AE555E0F2}" destId="{ED113624-0AB1-4DED-9441-4FABDB662093}" srcOrd="0" destOrd="0" presId="urn:microsoft.com/office/officeart/2005/8/layout/vList2"/>
    <dgm:cxn modelId="{872E9BD9-08E8-44B4-8AAD-5079E662C14F}" type="presOf" srcId="{F5900778-CAD5-41DA-9D7B-26D556F79233}" destId="{5B663532-22D6-4258-B88D-3CB25578A4D1}" srcOrd="0" destOrd="0" presId="urn:microsoft.com/office/officeart/2005/8/layout/vList2"/>
    <dgm:cxn modelId="{86A79AF1-260A-4B6B-8493-922A27EAFE88}" type="presOf" srcId="{A2553DF6-5140-45D1-9ECB-A2DD869E427A}" destId="{E1FE1F12-C00E-4CD7-92F7-06319A571DFD}" srcOrd="0" destOrd="0" presId="urn:microsoft.com/office/officeart/2005/8/layout/vList2"/>
    <dgm:cxn modelId="{1D2310F6-9D37-490E-BDF2-BFD7EA9B718F}" type="presOf" srcId="{AECFDB89-5DF3-4BD4-B26A-91DB6851E01F}" destId="{110600D6-3E48-4D62-9519-712574B49384}" srcOrd="0" destOrd="0" presId="urn:microsoft.com/office/officeart/2005/8/layout/vList2"/>
    <dgm:cxn modelId="{65AF0F00-1B07-423A-9C97-875D9C4FBDFE}" type="presParOf" srcId="{E1FE1F12-C00E-4CD7-92F7-06319A571DFD}" destId="{5B663532-22D6-4258-B88D-3CB25578A4D1}" srcOrd="0" destOrd="0" presId="urn:microsoft.com/office/officeart/2005/8/layout/vList2"/>
    <dgm:cxn modelId="{F29DC24E-38FF-4887-817F-79167FB8031F}" type="presParOf" srcId="{E1FE1F12-C00E-4CD7-92F7-06319A571DFD}" destId="{71D2532E-53AA-4B0B-B6CF-4E97AC520322}" srcOrd="1" destOrd="0" presId="urn:microsoft.com/office/officeart/2005/8/layout/vList2"/>
    <dgm:cxn modelId="{214FD1D2-AAEC-4A78-A8C5-66FAF8DCB8B1}" type="presParOf" srcId="{E1FE1F12-C00E-4CD7-92F7-06319A571DFD}" destId="{ED113624-0AB1-4DED-9441-4FABDB662093}" srcOrd="2" destOrd="0" presId="urn:microsoft.com/office/officeart/2005/8/layout/vList2"/>
    <dgm:cxn modelId="{13CD7E64-3FE4-443F-A5DB-09748C268411}" type="presParOf" srcId="{E1FE1F12-C00E-4CD7-92F7-06319A571DFD}" destId="{511D85CD-D4FC-4F5D-862C-A21B47ED7609}" srcOrd="3" destOrd="0" presId="urn:microsoft.com/office/officeart/2005/8/layout/vList2"/>
    <dgm:cxn modelId="{90A32306-FE3E-40E7-91DC-7B86408573AE}" type="presParOf" srcId="{E1FE1F12-C00E-4CD7-92F7-06319A571DFD}" destId="{110600D6-3E48-4D62-9519-712574B49384}" srcOrd="4" destOrd="0" presId="urn:microsoft.com/office/officeart/2005/8/layout/vList2"/>
    <dgm:cxn modelId="{6137F566-10BC-498C-A7D5-A5F9EC1ABEEA}" type="presParOf" srcId="{E1FE1F12-C00E-4CD7-92F7-06319A571DFD}" destId="{F690AC11-DA52-4C20-B77D-DCC245132F04}" srcOrd="5" destOrd="0" presId="urn:microsoft.com/office/officeart/2005/8/layout/vList2"/>
    <dgm:cxn modelId="{40819B2F-BE1D-487C-8F49-DD18B6BCDA15}" type="presParOf" srcId="{E1FE1F12-C00E-4CD7-92F7-06319A571DFD}" destId="{78A9DBCA-7D48-452A-8CE8-948D5BDB73C7}" srcOrd="6" destOrd="0" presId="urn:microsoft.com/office/officeart/2005/8/layout/vList2"/>
    <dgm:cxn modelId="{8213A6F1-9389-425F-8A4A-7C57507E841D}" type="presParOf" srcId="{E1FE1F12-C00E-4CD7-92F7-06319A571DFD}" destId="{65201C8D-9AC0-4C97-A606-9B3530C87AB1}" srcOrd="7" destOrd="0" presId="urn:microsoft.com/office/officeart/2005/8/layout/vList2"/>
    <dgm:cxn modelId="{DA0C37CE-2213-4807-9D3C-94C2E0F6EC15}" type="presParOf" srcId="{E1FE1F12-C00E-4CD7-92F7-06319A571DFD}" destId="{F3926468-5BD8-45D8-8A85-597181DD2E1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B9EE038-8184-4A15-8C3D-91EE15B0236A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395D3CE-1C4D-4273-85B8-2E64E6C76414}">
      <dgm:prSet/>
      <dgm:spPr/>
      <dgm:t>
        <a:bodyPr/>
        <a:lstStyle/>
        <a:p>
          <a:r>
            <a:rPr lang="es-AR"/>
            <a:t>Aprehensión.                                                            </a:t>
          </a:r>
          <a:endParaRPr lang="en-US"/>
        </a:p>
      </dgm:t>
    </dgm:pt>
    <dgm:pt modelId="{4C14F28C-5EE7-46AA-B5F2-C1CDCEE01488}" type="parTrans" cxnId="{9C001007-5595-4684-AB76-4D4AF1A8587F}">
      <dgm:prSet/>
      <dgm:spPr/>
      <dgm:t>
        <a:bodyPr/>
        <a:lstStyle/>
        <a:p>
          <a:endParaRPr lang="en-US"/>
        </a:p>
      </dgm:t>
    </dgm:pt>
    <dgm:pt modelId="{9866D860-A875-4F14-8536-C99D5C36DB20}" type="sibTrans" cxnId="{9C001007-5595-4684-AB76-4D4AF1A8587F}">
      <dgm:prSet/>
      <dgm:spPr/>
      <dgm:t>
        <a:bodyPr/>
        <a:lstStyle/>
        <a:p>
          <a:endParaRPr lang="en-US"/>
        </a:p>
      </dgm:t>
    </dgm:pt>
    <dgm:pt modelId="{E3DCFA07-C6A1-43BF-9FB3-74265B85AAE4}">
      <dgm:prSet/>
      <dgm:spPr/>
      <dgm:t>
        <a:bodyPr/>
        <a:lstStyle/>
        <a:p>
          <a:r>
            <a:rPr lang="es-AR"/>
            <a:t>Detención.</a:t>
          </a:r>
          <a:endParaRPr lang="en-US"/>
        </a:p>
      </dgm:t>
    </dgm:pt>
    <dgm:pt modelId="{66B64070-757D-4D0F-BCA4-66238A297B92}" type="parTrans" cxnId="{425DC9C0-7A1B-4751-800A-41DE083A748C}">
      <dgm:prSet/>
      <dgm:spPr/>
      <dgm:t>
        <a:bodyPr/>
        <a:lstStyle/>
        <a:p>
          <a:endParaRPr lang="en-US"/>
        </a:p>
      </dgm:t>
    </dgm:pt>
    <dgm:pt modelId="{AF22C8B6-19D3-4E13-85D5-09A1D21FF091}" type="sibTrans" cxnId="{425DC9C0-7A1B-4751-800A-41DE083A748C}">
      <dgm:prSet/>
      <dgm:spPr/>
      <dgm:t>
        <a:bodyPr/>
        <a:lstStyle/>
        <a:p>
          <a:endParaRPr lang="en-US"/>
        </a:p>
      </dgm:t>
    </dgm:pt>
    <dgm:pt modelId="{86823249-055C-42CC-82B5-1462805FDC5E}">
      <dgm:prSet/>
      <dgm:spPr/>
      <dgm:t>
        <a:bodyPr/>
        <a:lstStyle/>
        <a:p>
          <a:r>
            <a:rPr lang="es-AR"/>
            <a:t>Notificación derechos IMPUTADO.</a:t>
          </a:r>
          <a:endParaRPr lang="en-US"/>
        </a:p>
      </dgm:t>
    </dgm:pt>
    <dgm:pt modelId="{A359CFC8-E1EA-4C69-ADBA-FB286CEAFA1C}" type="parTrans" cxnId="{E7C9DAA6-61A9-49A1-B4D4-B6F0F3E8E050}">
      <dgm:prSet/>
      <dgm:spPr/>
      <dgm:t>
        <a:bodyPr/>
        <a:lstStyle/>
        <a:p>
          <a:endParaRPr lang="en-US"/>
        </a:p>
      </dgm:t>
    </dgm:pt>
    <dgm:pt modelId="{087E4012-91E2-48A3-8263-683D6E643525}" type="sibTrans" cxnId="{E7C9DAA6-61A9-49A1-B4D4-B6F0F3E8E050}">
      <dgm:prSet/>
      <dgm:spPr/>
      <dgm:t>
        <a:bodyPr/>
        <a:lstStyle/>
        <a:p>
          <a:endParaRPr lang="en-US"/>
        </a:p>
      </dgm:t>
    </dgm:pt>
    <dgm:pt modelId="{4284D582-5BAA-4466-B85D-31B4DAE7768C}">
      <dgm:prSet/>
      <dgm:spPr/>
      <dgm:t>
        <a:bodyPr/>
        <a:lstStyle/>
        <a:p>
          <a:r>
            <a:rPr lang="es-AR"/>
            <a:t>Notificación de causa.</a:t>
          </a:r>
          <a:endParaRPr lang="en-US"/>
        </a:p>
      </dgm:t>
    </dgm:pt>
    <dgm:pt modelId="{9E7B083E-FA66-44C9-8808-1D0265F0FF28}" type="parTrans" cxnId="{11CEAA00-4FDC-4A31-88BF-6BBB877A8F30}">
      <dgm:prSet/>
      <dgm:spPr/>
      <dgm:t>
        <a:bodyPr/>
        <a:lstStyle/>
        <a:p>
          <a:endParaRPr lang="en-US"/>
        </a:p>
      </dgm:t>
    </dgm:pt>
    <dgm:pt modelId="{1314783D-06ED-4AC1-85FA-6244A1697380}" type="sibTrans" cxnId="{11CEAA00-4FDC-4A31-88BF-6BBB877A8F30}">
      <dgm:prSet/>
      <dgm:spPr/>
      <dgm:t>
        <a:bodyPr/>
        <a:lstStyle/>
        <a:p>
          <a:endParaRPr lang="en-US"/>
        </a:p>
      </dgm:t>
    </dgm:pt>
    <dgm:pt modelId="{CF11CECE-226A-4F35-AEA7-4E502DAE1A1D}">
      <dgm:prSet/>
      <dgm:spPr/>
      <dgm:t>
        <a:bodyPr/>
        <a:lstStyle/>
        <a:p>
          <a:r>
            <a:rPr lang="es-AR"/>
            <a:t>Comunicación SPPDP.</a:t>
          </a:r>
          <a:endParaRPr lang="en-US"/>
        </a:p>
      </dgm:t>
    </dgm:pt>
    <dgm:pt modelId="{303586DD-E9FD-40FA-8F1A-7A802996BC6E}" type="parTrans" cxnId="{BD9D8AD1-8001-4B11-B528-47E5DF753D1E}">
      <dgm:prSet/>
      <dgm:spPr/>
      <dgm:t>
        <a:bodyPr/>
        <a:lstStyle/>
        <a:p>
          <a:endParaRPr lang="en-US"/>
        </a:p>
      </dgm:t>
    </dgm:pt>
    <dgm:pt modelId="{FD82C453-F162-4276-BC52-7D32E396843E}" type="sibTrans" cxnId="{BD9D8AD1-8001-4B11-B528-47E5DF753D1E}">
      <dgm:prSet/>
      <dgm:spPr/>
      <dgm:t>
        <a:bodyPr/>
        <a:lstStyle/>
        <a:p>
          <a:endParaRPr lang="en-US"/>
        </a:p>
      </dgm:t>
    </dgm:pt>
    <dgm:pt modelId="{976F42F4-262E-4F65-84E4-2C3BFA9A410D}">
      <dgm:prSet/>
      <dgm:spPr/>
      <dgm:t>
        <a:bodyPr/>
        <a:lstStyle/>
        <a:p>
          <a:r>
            <a:rPr lang="es-AR" dirty="0"/>
            <a:t>Acta de entrevista VÍCTIMA/TESTIGO.</a:t>
          </a:r>
          <a:endParaRPr lang="en-US" dirty="0"/>
        </a:p>
      </dgm:t>
    </dgm:pt>
    <dgm:pt modelId="{12B3CC89-E6DB-4BFD-80DB-B34C7825D4E7}" type="parTrans" cxnId="{A2FBEDDF-CC99-4D60-BF51-77E720FC35BC}">
      <dgm:prSet/>
      <dgm:spPr/>
      <dgm:t>
        <a:bodyPr/>
        <a:lstStyle/>
        <a:p>
          <a:endParaRPr lang="en-US"/>
        </a:p>
      </dgm:t>
    </dgm:pt>
    <dgm:pt modelId="{954C09A2-F7D1-4598-8018-E010FE95A9F3}" type="sibTrans" cxnId="{A2FBEDDF-CC99-4D60-BF51-77E720FC35BC}">
      <dgm:prSet/>
      <dgm:spPr/>
      <dgm:t>
        <a:bodyPr/>
        <a:lstStyle/>
        <a:p>
          <a:endParaRPr lang="en-US"/>
        </a:p>
      </dgm:t>
    </dgm:pt>
    <dgm:pt modelId="{498CAB8B-A1BE-4319-BFF7-2F9B077D86A3}">
      <dgm:prSet/>
      <dgm:spPr/>
      <dgm:t>
        <a:bodyPr/>
        <a:lstStyle/>
        <a:p>
          <a:r>
            <a:rPr lang="es-AR"/>
            <a:t>Croquis.</a:t>
          </a:r>
          <a:endParaRPr lang="en-US"/>
        </a:p>
      </dgm:t>
    </dgm:pt>
    <dgm:pt modelId="{32D964F5-DC9F-433D-A8A4-5E0852F9E482}" type="parTrans" cxnId="{C7ACBE87-EF72-44D9-8031-054893B9D15E}">
      <dgm:prSet/>
      <dgm:spPr/>
      <dgm:t>
        <a:bodyPr/>
        <a:lstStyle/>
        <a:p>
          <a:endParaRPr lang="en-US"/>
        </a:p>
      </dgm:t>
    </dgm:pt>
    <dgm:pt modelId="{34020A26-601F-4C83-9A5B-3D0A8B1D2BBF}" type="sibTrans" cxnId="{C7ACBE87-EF72-44D9-8031-054893B9D15E}">
      <dgm:prSet/>
      <dgm:spPr/>
      <dgm:t>
        <a:bodyPr/>
        <a:lstStyle/>
        <a:p>
          <a:endParaRPr lang="en-US"/>
        </a:p>
      </dgm:t>
    </dgm:pt>
    <dgm:pt modelId="{9F420441-9048-4C7A-9177-E2A157C35361}">
      <dgm:prSet/>
      <dgm:spPr/>
      <dgm:t>
        <a:bodyPr/>
        <a:lstStyle/>
        <a:p>
          <a:r>
            <a:rPr lang="es-AR"/>
            <a:t>Inspección ocular.</a:t>
          </a:r>
          <a:endParaRPr lang="en-US"/>
        </a:p>
      </dgm:t>
    </dgm:pt>
    <dgm:pt modelId="{71E80EDB-9ED5-475D-BE6B-6A893D4000A8}" type="parTrans" cxnId="{0738E2D7-7477-46E2-90AE-80A3357023B2}">
      <dgm:prSet/>
      <dgm:spPr/>
      <dgm:t>
        <a:bodyPr/>
        <a:lstStyle/>
        <a:p>
          <a:endParaRPr lang="en-US"/>
        </a:p>
      </dgm:t>
    </dgm:pt>
    <dgm:pt modelId="{EB8BD82D-6073-458F-A776-1D4C775BE24D}" type="sibTrans" cxnId="{0738E2D7-7477-46E2-90AE-80A3357023B2}">
      <dgm:prSet/>
      <dgm:spPr/>
      <dgm:t>
        <a:bodyPr/>
        <a:lstStyle/>
        <a:p>
          <a:endParaRPr lang="en-US"/>
        </a:p>
      </dgm:t>
    </dgm:pt>
    <dgm:pt modelId="{C0F5D97D-9A15-4088-8087-30A64D6C56A2}">
      <dgm:prSet/>
      <dgm:spPr/>
      <dgm:t>
        <a:bodyPr/>
        <a:lstStyle/>
        <a:p>
          <a:r>
            <a:rPr lang="es-AR"/>
            <a:t>Relevamiento de cámaras</a:t>
          </a:r>
          <a:endParaRPr lang="en-US"/>
        </a:p>
      </dgm:t>
    </dgm:pt>
    <dgm:pt modelId="{2527FD99-75A1-45BF-9E46-7DCA5A9C25F1}" type="parTrans" cxnId="{444AE1F4-559F-4476-A1F7-0FFA727D9818}">
      <dgm:prSet/>
      <dgm:spPr/>
      <dgm:t>
        <a:bodyPr/>
        <a:lstStyle/>
        <a:p>
          <a:endParaRPr lang="en-US"/>
        </a:p>
      </dgm:t>
    </dgm:pt>
    <dgm:pt modelId="{69007AFF-9F17-4DEF-B334-5A48F1ACCD39}" type="sibTrans" cxnId="{444AE1F4-559F-4476-A1F7-0FFA727D9818}">
      <dgm:prSet/>
      <dgm:spPr/>
      <dgm:t>
        <a:bodyPr/>
        <a:lstStyle/>
        <a:p>
          <a:endParaRPr lang="en-US"/>
        </a:p>
      </dgm:t>
    </dgm:pt>
    <dgm:pt modelId="{0B7CFE01-2194-4855-8F99-C4FF6080ADBB}">
      <dgm:prSet/>
      <dgm:spPr/>
      <dgm:t>
        <a:bodyPr/>
        <a:lstStyle/>
        <a:p>
          <a:r>
            <a:rPr lang="es-AR"/>
            <a:t>Informe comparativo.</a:t>
          </a:r>
          <a:endParaRPr lang="en-US"/>
        </a:p>
      </dgm:t>
    </dgm:pt>
    <dgm:pt modelId="{D12381A2-4CCE-4065-83F5-C8C9A7B0EBDD}" type="parTrans" cxnId="{BA4033C7-A4EE-48FB-935B-D3C4976724B6}">
      <dgm:prSet/>
      <dgm:spPr/>
      <dgm:t>
        <a:bodyPr/>
        <a:lstStyle/>
        <a:p>
          <a:endParaRPr lang="en-US"/>
        </a:p>
      </dgm:t>
    </dgm:pt>
    <dgm:pt modelId="{07AB12AB-9699-44F8-9D70-3DD52A00CA8D}" type="sibTrans" cxnId="{BA4033C7-A4EE-48FB-935B-D3C4976724B6}">
      <dgm:prSet/>
      <dgm:spPr/>
      <dgm:t>
        <a:bodyPr/>
        <a:lstStyle/>
        <a:p>
          <a:endParaRPr lang="en-US"/>
        </a:p>
      </dgm:t>
    </dgm:pt>
    <dgm:pt modelId="{D57E4F50-DB4F-4FB5-B502-E56FD40AF3F4}">
      <dgm:prSet/>
      <dgm:spPr/>
      <dgm:t>
        <a:bodyPr/>
        <a:lstStyle/>
        <a:p>
          <a:r>
            <a:rPr lang="es-AR"/>
            <a:t>Analisis de cámara</a:t>
          </a:r>
          <a:endParaRPr lang="en-US"/>
        </a:p>
      </dgm:t>
    </dgm:pt>
    <dgm:pt modelId="{77C27F24-F6B0-41D1-B01E-367BBF580540}" type="parTrans" cxnId="{ED930F93-B147-49A8-913D-6A4ABBBE00C8}">
      <dgm:prSet/>
      <dgm:spPr/>
      <dgm:t>
        <a:bodyPr/>
        <a:lstStyle/>
        <a:p>
          <a:endParaRPr lang="en-US"/>
        </a:p>
      </dgm:t>
    </dgm:pt>
    <dgm:pt modelId="{96C0D638-DE10-4E67-8C22-A56C6EF1B4C5}" type="sibTrans" cxnId="{ED930F93-B147-49A8-913D-6A4ABBBE00C8}">
      <dgm:prSet/>
      <dgm:spPr/>
      <dgm:t>
        <a:bodyPr/>
        <a:lstStyle/>
        <a:p>
          <a:endParaRPr lang="en-US"/>
        </a:p>
      </dgm:t>
    </dgm:pt>
    <dgm:pt modelId="{D0D187D3-A488-4479-8AFD-C16E475C46B3}">
      <dgm:prSet/>
      <dgm:spPr/>
      <dgm:t>
        <a:bodyPr/>
        <a:lstStyle/>
        <a:p>
          <a:r>
            <a:rPr lang="es-AR"/>
            <a:t>Fotografias</a:t>
          </a:r>
          <a:endParaRPr lang="en-US"/>
        </a:p>
      </dgm:t>
    </dgm:pt>
    <dgm:pt modelId="{341C5B62-C1ED-42FE-9452-8C98335B2BD0}" type="parTrans" cxnId="{BF6C5694-E267-4958-8017-5437CA0B711E}">
      <dgm:prSet/>
      <dgm:spPr/>
      <dgm:t>
        <a:bodyPr/>
        <a:lstStyle/>
        <a:p>
          <a:endParaRPr lang="en-US"/>
        </a:p>
      </dgm:t>
    </dgm:pt>
    <dgm:pt modelId="{23A65621-32FF-434B-9D48-C7CBA82EF7CA}" type="sibTrans" cxnId="{BF6C5694-E267-4958-8017-5437CA0B711E}">
      <dgm:prSet/>
      <dgm:spPr/>
      <dgm:t>
        <a:bodyPr/>
        <a:lstStyle/>
        <a:p>
          <a:endParaRPr lang="en-US"/>
        </a:p>
      </dgm:t>
    </dgm:pt>
    <dgm:pt modelId="{74DDF5EB-B0B6-4187-BFD1-606727AB3F8E}">
      <dgm:prSet/>
      <dgm:spPr/>
      <dgm:t>
        <a:bodyPr/>
        <a:lstStyle/>
        <a:p>
          <a:r>
            <a:rPr lang="es-AR"/>
            <a:t>Constatación de daños</a:t>
          </a:r>
          <a:endParaRPr lang="en-US"/>
        </a:p>
      </dgm:t>
    </dgm:pt>
    <dgm:pt modelId="{9175361F-100F-4053-88EC-9DF11681F405}" type="parTrans" cxnId="{0DFD4186-1DBB-4A43-B7A6-9589F5EE888F}">
      <dgm:prSet/>
      <dgm:spPr/>
      <dgm:t>
        <a:bodyPr/>
        <a:lstStyle/>
        <a:p>
          <a:endParaRPr lang="en-US"/>
        </a:p>
      </dgm:t>
    </dgm:pt>
    <dgm:pt modelId="{F33468F3-689B-4BF8-B6F8-2953AA40E936}" type="sibTrans" cxnId="{0DFD4186-1DBB-4A43-B7A6-9589F5EE888F}">
      <dgm:prSet/>
      <dgm:spPr/>
      <dgm:t>
        <a:bodyPr/>
        <a:lstStyle/>
        <a:p>
          <a:endParaRPr lang="en-US"/>
        </a:p>
      </dgm:t>
    </dgm:pt>
    <dgm:pt modelId="{7BB69728-FE46-4A1B-B764-379208E7D949}" type="pres">
      <dgm:prSet presAssocID="{FB9EE038-8184-4A15-8C3D-91EE15B0236A}" presName="Name0" presStyleCnt="0">
        <dgm:presLayoutVars>
          <dgm:dir/>
          <dgm:resizeHandles val="exact"/>
        </dgm:presLayoutVars>
      </dgm:prSet>
      <dgm:spPr/>
    </dgm:pt>
    <dgm:pt modelId="{AD58B0AC-644F-4DBC-B12F-71521EF9F66C}" type="pres">
      <dgm:prSet presAssocID="{FB9EE038-8184-4A15-8C3D-91EE15B0236A}" presName="cycle" presStyleCnt="0"/>
      <dgm:spPr/>
    </dgm:pt>
    <dgm:pt modelId="{BBBA1A43-BE2B-49BC-804C-5E0DC53EBF8B}" type="pres">
      <dgm:prSet presAssocID="{8395D3CE-1C4D-4273-85B8-2E64E6C76414}" presName="nodeFirstNode" presStyleLbl="node1" presStyleIdx="0" presStyleCnt="13" custRadScaleRad="98060" custRadScaleInc="13259">
        <dgm:presLayoutVars>
          <dgm:bulletEnabled val="1"/>
        </dgm:presLayoutVars>
      </dgm:prSet>
      <dgm:spPr/>
    </dgm:pt>
    <dgm:pt modelId="{755428A1-4E32-444B-AA47-9D01FEA7AA5F}" type="pres">
      <dgm:prSet presAssocID="{9866D860-A875-4F14-8536-C99D5C36DB20}" presName="sibTransFirstNode" presStyleLbl="bgShp" presStyleIdx="0" presStyleCnt="1"/>
      <dgm:spPr/>
    </dgm:pt>
    <dgm:pt modelId="{F1AD8192-9015-499B-BD49-AE32219E9A4C}" type="pres">
      <dgm:prSet presAssocID="{E3DCFA07-C6A1-43BF-9FB3-74265B85AAE4}" presName="nodeFollowingNodes" presStyleLbl="node1" presStyleIdx="1" presStyleCnt="13" custRadScaleRad="99532" custRadScaleInc="24094">
        <dgm:presLayoutVars>
          <dgm:bulletEnabled val="1"/>
        </dgm:presLayoutVars>
      </dgm:prSet>
      <dgm:spPr/>
    </dgm:pt>
    <dgm:pt modelId="{3BD00400-7CAB-444D-9EC2-7C420E0C00C7}" type="pres">
      <dgm:prSet presAssocID="{86823249-055C-42CC-82B5-1462805FDC5E}" presName="nodeFollowingNodes" presStyleLbl="node1" presStyleIdx="2" presStyleCnt="13" custRadScaleRad="101491" custRadScaleInc="22976">
        <dgm:presLayoutVars>
          <dgm:bulletEnabled val="1"/>
        </dgm:presLayoutVars>
      </dgm:prSet>
      <dgm:spPr/>
    </dgm:pt>
    <dgm:pt modelId="{6B0EC499-CCC6-4FDA-AF3A-77FEBE919015}" type="pres">
      <dgm:prSet presAssocID="{4284D582-5BAA-4466-B85D-31B4DAE7768C}" presName="nodeFollowingNodes" presStyleLbl="node1" presStyleIdx="3" presStyleCnt="13">
        <dgm:presLayoutVars>
          <dgm:bulletEnabled val="1"/>
        </dgm:presLayoutVars>
      </dgm:prSet>
      <dgm:spPr/>
    </dgm:pt>
    <dgm:pt modelId="{0A668D17-0D4C-445C-98FB-615498C89212}" type="pres">
      <dgm:prSet presAssocID="{CF11CECE-226A-4F35-AEA7-4E502DAE1A1D}" presName="nodeFollowingNodes" presStyleLbl="node1" presStyleIdx="4" presStyleCnt="13" custRadScaleRad="101996" custRadScaleInc="-13553">
        <dgm:presLayoutVars>
          <dgm:bulletEnabled val="1"/>
        </dgm:presLayoutVars>
      </dgm:prSet>
      <dgm:spPr/>
    </dgm:pt>
    <dgm:pt modelId="{BA2A4DBF-FDC6-4EE7-92DB-06691E0AB13E}" type="pres">
      <dgm:prSet presAssocID="{976F42F4-262E-4F65-84E4-2C3BFA9A410D}" presName="nodeFollowingNodes" presStyleLbl="node1" presStyleIdx="5" presStyleCnt="13" custRadScaleRad="108620" custRadScaleInc="-40781">
        <dgm:presLayoutVars>
          <dgm:bulletEnabled val="1"/>
        </dgm:presLayoutVars>
      </dgm:prSet>
      <dgm:spPr/>
    </dgm:pt>
    <dgm:pt modelId="{83B847F0-DF62-4C56-9AE6-8DA1599ACBEC}" type="pres">
      <dgm:prSet presAssocID="{498CAB8B-A1BE-4319-BFF7-2F9B077D86A3}" presName="nodeFollowingNodes" presStyleLbl="node1" presStyleIdx="6" presStyleCnt="13" custRadScaleRad="104368" custRadScaleInc="-29835">
        <dgm:presLayoutVars>
          <dgm:bulletEnabled val="1"/>
        </dgm:presLayoutVars>
      </dgm:prSet>
      <dgm:spPr/>
    </dgm:pt>
    <dgm:pt modelId="{474C2C96-297B-43DE-A83F-67685DBB2EC4}" type="pres">
      <dgm:prSet presAssocID="{9F420441-9048-4C7A-9177-E2A157C35361}" presName="nodeFollowingNodes" presStyleLbl="node1" presStyleIdx="7" presStyleCnt="13" custRadScaleRad="101415" custRadScaleInc="7286">
        <dgm:presLayoutVars>
          <dgm:bulletEnabled val="1"/>
        </dgm:presLayoutVars>
      </dgm:prSet>
      <dgm:spPr/>
    </dgm:pt>
    <dgm:pt modelId="{0354B3AA-020E-49C1-B0F9-D69C8EE7D5B3}" type="pres">
      <dgm:prSet presAssocID="{C0F5D97D-9A15-4088-8087-30A64D6C56A2}" presName="nodeFollowingNodes" presStyleLbl="node1" presStyleIdx="8" presStyleCnt="13" custRadScaleRad="104173" custRadScaleInc="19530">
        <dgm:presLayoutVars>
          <dgm:bulletEnabled val="1"/>
        </dgm:presLayoutVars>
      </dgm:prSet>
      <dgm:spPr/>
    </dgm:pt>
    <dgm:pt modelId="{2FC5404A-B5C0-4000-99FC-28E13E062A45}" type="pres">
      <dgm:prSet presAssocID="{0B7CFE01-2194-4855-8F99-C4FF6080ADBB}" presName="nodeFollowingNodes" presStyleLbl="node1" presStyleIdx="9" presStyleCnt="13" custRadScaleRad="100999" custRadScaleInc="13613">
        <dgm:presLayoutVars>
          <dgm:bulletEnabled val="1"/>
        </dgm:presLayoutVars>
      </dgm:prSet>
      <dgm:spPr/>
    </dgm:pt>
    <dgm:pt modelId="{FA3682CA-B1CD-4FC3-A99F-87000F4300D1}" type="pres">
      <dgm:prSet presAssocID="{D57E4F50-DB4F-4FB5-B502-E56FD40AF3F4}" presName="nodeFollowingNodes" presStyleLbl="node1" presStyleIdx="10" presStyleCnt="13">
        <dgm:presLayoutVars>
          <dgm:bulletEnabled val="1"/>
        </dgm:presLayoutVars>
      </dgm:prSet>
      <dgm:spPr/>
    </dgm:pt>
    <dgm:pt modelId="{9E2050A3-2591-488D-B858-4E51A826326F}" type="pres">
      <dgm:prSet presAssocID="{D0D187D3-A488-4479-8AFD-C16E475C46B3}" presName="nodeFollowingNodes" presStyleLbl="node1" presStyleIdx="11" presStyleCnt="13">
        <dgm:presLayoutVars>
          <dgm:bulletEnabled val="1"/>
        </dgm:presLayoutVars>
      </dgm:prSet>
      <dgm:spPr/>
    </dgm:pt>
    <dgm:pt modelId="{865C1DB3-D829-4616-A795-E8536B332CAC}" type="pres">
      <dgm:prSet presAssocID="{74DDF5EB-B0B6-4187-BFD1-606727AB3F8E}" presName="nodeFollowingNodes" presStyleLbl="node1" presStyleIdx="12" presStyleCnt="13">
        <dgm:presLayoutVars>
          <dgm:bulletEnabled val="1"/>
        </dgm:presLayoutVars>
      </dgm:prSet>
      <dgm:spPr/>
    </dgm:pt>
  </dgm:ptLst>
  <dgm:cxnLst>
    <dgm:cxn modelId="{11CEAA00-4FDC-4A31-88BF-6BBB877A8F30}" srcId="{FB9EE038-8184-4A15-8C3D-91EE15B0236A}" destId="{4284D582-5BAA-4466-B85D-31B4DAE7768C}" srcOrd="3" destOrd="0" parTransId="{9E7B083E-FA66-44C9-8808-1D0265F0FF28}" sibTransId="{1314783D-06ED-4AC1-85FA-6244A1697380}"/>
    <dgm:cxn modelId="{9C001007-5595-4684-AB76-4D4AF1A8587F}" srcId="{FB9EE038-8184-4A15-8C3D-91EE15B0236A}" destId="{8395D3CE-1C4D-4273-85B8-2E64E6C76414}" srcOrd="0" destOrd="0" parTransId="{4C14F28C-5EE7-46AA-B5F2-C1CDCEE01488}" sibTransId="{9866D860-A875-4F14-8536-C99D5C36DB20}"/>
    <dgm:cxn modelId="{23A20209-619E-4A1D-848A-B8168B00AB1F}" type="presOf" srcId="{74DDF5EB-B0B6-4187-BFD1-606727AB3F8E}" destId="{865C1DB3-D829-4616-A795-E8536B332CAC}" srcOrd="0" destOrd="0" presId="urn:microsoft.com/office/officeart/2005/8/layout/cycle3"/>
    <dgm:cxn modelId="{C3210E1B-1EE4-41DD-82F2-BCC4E8AAC2A9}" type="presOf" srcId="{8395D3CE-1C4D-4273-85B8-2E64E6C76414}" destId="{BBBA1A43-BE2B-49BC-804C-5E0DC53EBF8B}" srcOrd="0" destOrd="0" presId="urn:microsoft.com/office/officeart/2005/8/layout/cycle3"/>
    <dgm:cxn modelId="{E9BCC41E-5306-4DD2-B692-4DAB3FF142D1}" type="presOf" srcId="{D57E4F50-DB4F-4FB5-B502-E56FD40AF3F4}" destId="{FA3682CA-B1CD-4FC3-A99F-87000F4300D1}" srcOrd="0" destOrd="0" presId="urn:microsoft.com/office/officeart/2005/8/layout/cycle3"/>
    <dgm:cxn modelId="{BC86F42A-DE0E-4C33-86C3-6308854B1E4C}" type="presOf" srcId="{86823249-055C-42CC-82B5-1462805FDC5E}" destId="{3BD00400-7CAB-444D-9EC2-7C420E0C00C7}" srcOrd="0" destOrd="0" presId="urn:microsoft.com/office/officeart/2005/8/layout/cycle3"/>
    <dgm:cxn modelId="{75343C65-BC3E-435A-A1A4-9E4B57BAFC1B}" type="presOf" srcId="{D0D187D3-A488-4479-8AFD-C16E475C46B3}" destId="{9E2050A3-2591-488D-B858-4E51A826326F}" srcOrd="0" destOrd="0" presId="urn:microsoft.com/office/officeart/2005/8/layout/cycle3"/>
    <dgm:cxn modelId="{29D2734D-94D2-43DC-8839-E18832AA3444}" type="presOf" srcId="{976F42F4-262E-4F65-84E4-2C3BFA9A410D}" destId="{BA2A4DBF-FDC6-4EE7-92DB-06691E0AB13E}" srcOrd="0" destOrd="0" presId="urn:microsoft.com/office/officeart/2005/8/layout/cycle3"/>
    <dgm:cxn modelId="{9168FA54-1018-45EE-AEA1-160B92626121}" type="presOf" srcId="{4284D582-5BAA-4466-B85D-31B4DAE7768C}" destId="{6B0EC499-CCC6-4FDA-AF3A-77FEBE919015}" srcOrd="0" destOrd="0" presId="urn:microsoft.com/office/officeart/2005/8/layout/cycle3"/>
    <dgm:cxn modelId="{0DFD4186-1DBB-4A43-B7A6-9589F5EE888F}" srcId="{FB9EE038-8184-4A15-8C3D-91EE15B0236A}" destId="{74DDF5EB-B0B6-4187-BFD1-606727AB3F8E}" srcOrd="12" destOrd="0" parTransId="{9175361F-100F-4053-88EC-9DF11681F405}" sibTransId="{F33468F3-689B-4BF8-B6F8-2953AA40E936}"/>
    <dgm:cxn modelId="{C7ACBE87-EF72-44D9-8031-054893B9D15E}" srcId="{FB9EE038-8184-4A15-8C3D-91EE15B0236A}" destId="{498CAB8B-A1BE-4319-BFF7-2F9B077D86A3}" srcOrd="6" destOrd="0" parTransId="{32D964F5-DC9F-433D-A8A4-5E0852F9E482}" sibTransId="{34020A26-601F-4C83-9A5B-3D0A8B1D2BBF}"/>
    <dgm:cxn modelId="{ED930F93-B147-49A8-913D-6A4ABBBE00C8}" srcId="{FB9EE038-8184-4A15-8C3D-91EE15B0236A}" destId="{D57E4F50-DB4F-4FB5-B502-E56FD40AF3F4}" srcOrd="10" destOrd="0" parTransId="{77C27F24-F6B0-41D1-B01E-367BBF580540}" sibTransId="{96C0D638-DE10-4E67-8C22-A56C6EF1B4C5}"/>
    <dgm:cxn modelId="{EA9D1293-104D-4FE8-BC0E-BFC53A10BB08}" type="presOf" srcId="{9F420441-9048-4C7A-9177-E2A157C35361}" destId="{474C2C96-297B-43DE-A83F-67685DBB2EC4}" srcOrd="0" destOrd="0" presId="urn:microsoft.com/office/officeart/2005/8/layout/cycle3"/>
    <dgm:cxn modelId="{BF6C5694-E267-4958-8017-5437CA0B711E}" srcId="{FB9EE038-8184-4A15-8C3D-91EE15B0236A}" destId="{D0D187D3-A488-4479-8AFD-C16E475C46B3}" srcOrd="11" destOrd="0" parTransId="{341C5B62-C1ED-42FE-9452-8C98335B2BD0}" sibTransId="{23A65621-32FF-434B-9D48-C7CBA82EF7CA}"/>
    <dgm:cxn modelId="{23F29295-8F2A-450B-951F-3C66C2F30B7C}" type="presOf" srcId="{FB9EE038-8184-4A15-8C3D-91EE15B0236A}" destId="{7BB69728-FE46-4A1B-B764-379208E7D949}" srcOrd="0" destOrd="0" presId="urn:microsoft.com/office/officeart/2005/8/layout/cycle3"/>
    <dgm:cxn modelId="{E7C9DAA6-61A9-49A1-B4D4-B6F0F3E8E050}" srcId="{FB9EE038-8184-4A15-8C3D-91EE15B0236A}" destId="{86823249-055C-42CC-82B5-1462805FDC5E}" srcOrd="2" destOrd="0" parTransId="{A359CFC8-E1EA-4C69-ADBA-FB286CEAFA1C}" sibTransId="{087E4012-91E2-48A3-8263-683D6E643525}"/>
    <dgm:cxn modelId="{8725C5B4-5088-4808-9834-46EA2F24A3C1}" type="presOf" srcId="{CF11CECE-226A-4F35-AEA7-4E502DAE1A1D}" destId="{0A668D17-0D4C-445C-98FB-615498C89212}" srcOrd="0" destOrd="0" presId="urn:microsoft.com/office/officeart/2005/8/layout/cycle3"/>
    <dgm:cxn modelId="{4FB552B7-8B4D-46F7-8F40-A8F76C75F7FA}" type="presOf" srcId="{498CAB8B-A1BE-4319-BFF7-2F9B077D86A3}" destId="{83B847F0-DF62-4C56-9AE6-8DA1599ACBEC}" srcOrd="0" destOrd="0" presId="urn:microsoft.com/office/officeart/2005/8/layout/cycle3"/>
    <dgm:cxn modelId="{425DC9C0-7A1B-4751-800A-41DE083A748C}" srcId="{FB9EE038-8184-4A15-8C3D-91EE15B0236A}" destId="{E3DCFA07-C6A1-43BF-9FB3-74265B85AAE4}" srcOrd="1" destOrd="0" parTransId="{66B64070-757D-4D0F-BCA4-66238A297B92}" sibTransId="{AF22C8B6-19D3-4E13-85D5-09A1D21FF091}"/>
    <dgm:cxn modelId="{BA4033C7-A4EE-48FB-935B-D3C4976724B6}" srcId="{FB9EE038-8184-4A15-8C3D-91EE15B0236A}" destId="{0B7CFE01-2194-4855-8F99-C4FF6080ADBB}" srcOrd="9" destOrd="0" parTransId="{D12381A2-4CCE-4065-83F5-C8C9A7B0EBDD}" sibTransId="{07AB12AB-9699-44F8-9D70-3DD52A00CA8D}"/>
    <dgm:cxn modelId="{D57D73C7-F0E2-4D8C-A63D-621ACD59B27B}" type="presOf" srcId="{9866D860-A875-4F14-8536-C99D5C36DB20}" destId="{755428A1-4E32-444B-AA47-9D01FEA7AA5F}" srcOrd="0" destOrd="0" presId="urn:microsoft.com/office/officeart/2005/8/layout/cycle3"/>
    <dgm:cxn modelId="{BD9D8AD1-8001-4B11-B528-47E5DF753D1E}" srcId="{FB9EE038-8184-4A15-8C3D-91EE15B0236A}" destId="{CF11CECE-226A-4F35-AEA7-4E502DAE1A1D}" srcOrd="4" destOrd="0" parTransId="{303586DD-E9FD-40FA-8F1A-7A802996BC6E}" sibTransId="{FD82C453-F162-4276-BC52-7D32E396843E}"/>
    <dgm:cxn modelId="{C75D6DD7-B911-4DFA-B84A-4C9A8F5F148E}" type="presOf" srcId="{E3DCFA07-C6A1-43BF-9FB3-74265B85AAE4}" destId="{F1AD8192-9015-499B-BD49-AE32219E9A4C}" srcOrd="0" destOrd="0" presId="urn:microsoft.com/office/officeart/2005/8/layout/cycle3"/>
    <dgm:cxn modelId="{0738E2D7-7477-46E2-90AE-80A3357023B2}" srcId="{FB9EE038-8184-4A15-8C3D-91EE15B0236A}" destId="{9F420441-9048-4C7A-9177-E2A157C35361}" srcOrd="7" destOrd="0" parTransId="{71E80EDB-9ED5-475D-BE6B-6A893D4000A8}" sibTransId="{EB8BD82D-6073-458F-A776-1D4C775BE24D}"/>
    <dgm:cxn modelId="{A2FBEDDF-CC99-4D60-BF51-77E720FC35BC}" srcId="{FB9EE038-8184-4A15-8C3D-91EE15B0236A}" destId="{976F42F4-262E-4F65-84E4-2C3BFA9A410D}" srcOrd="5" destOrd="0" parTransId="{12B3CC89-E6DB-4BFD-80DB-B34C7825D4E7}" sibTransId="{954C09A2-F7D1-4598-8018-E010FE95A9F3}"/>
    <dgm:cxn modelId="{8B97AFE0-41C3-4E44-A5AE-2111B82D2053}" type="presOf" srcId="{0B7CFE01-2194-4855-8F99-C4FF6080ADBB}" destId="{2FC5404A-B5C0-4000-99FC-28E13E062A45}" srcOrd="0" destOrd="0" presId="urn:microsoft.com/office/officeart/2005/8/layout/cycle3"/>
    <dgm:cxn modelId="{444AE1F4-559F-4476-A1F7-0FFA727D9818}" srcId="{FB9EE038-8184-4A15-8C3D-91EE15B0236A}" destId="{C0F5D97D-9A15-4088-8087-30A64D6C56A2}" srcOrd="8" destOrd="0" parTransId="{2527FD99-75A1-45BF-9E46-7DCA5A9C25F1}" sibTransId="{69007AFF-9F17-4DEF-B334-5A48F1ACCD39}"/>
    <dgm:cxn modelId="{2CA2A8F6-DCC4-46CB-80FB-0CDA83ED5922}" type="presOf" srcId="{C0F5D97D-9A15-4088-8087-30A64D6C56A2}" destId="{0354B3AA-020E-49C1-B0F9-D69C8EE7D5B3}" srcOrd="0" destOrd="0" presId="urn:microsoft.com/office/officeart/2005/8/layout/cycle3"/>
    <dgm:cxn modelId="{D809CA83-8072-4F75-8289-69BCC5BE003D}" type="presParOf" srcId="{7BB69728-FE46-4A1B-B764-379208E7D949}" destId="{AD58B0AC-644F-4DBC-B12F-71521EF9F66C}" srcOrd="0" destOrd="0" presId="urn:microsoft.com/office/officeart/2005/8/layout/cycle3"/>
    <dgm:cxn modelId="{970242CE-AE25-4837-A461-AF5FD2996E89}" type="presParOf" srcId="{AD58B0AC-644F-4DBC-B12F-71521EF9F66C}" destId="{BBBA1A43-BE2B-49BC-804C-5E0DC53EBF8B}" srcOrd="0" destOrd="0" presId="urn:microsoft.com/office/officeart/2005/8/layout/cycle3"/>
    <dgm:cxn modelId="{C890AFED-FD86-44A4-8105-19A0D1BE9361}" type="presParOf" srcId="{AD58B0AC-644F-4DBC-B12F-71521EF9F66C}" destId="{755428A1-4E32-444B-AA47-9D01FEA7AA5F}" srcOrd="1" destOrd="0" presId="urn:microsoft.com/office/officeart/2005/8/layout/cycle3"/>
    <dgm:cxn modelId="{2A72569C-321F-4C01-A282-9A778F850AC4}" type="presParOf" srcId="{AD58B0AC-644F-4DBC-B12F-71521EF9F66C}" destId="{F1AD8192-9015-499B-BD49-AE32219E9A4C}" srcOrd="2" destOrd="0" presId="urn:microsoft.com/office/officeart/2005/8/layout/cycle3"/>
    <dgm:cxn modelId="{C97E01E2-C2DA-485F-A0B7-D3B551A3E01D}" type="presParOf" srcId="{AD58B0AC-644F-4DBC-B12F-71521EF9F66C}" destId="{3BD00400-7CAB-444D-9EC2-7C420E0C00C7}" srcOrd="3" destOrd="0" presId="urn:microsoft.com/office/officeart/2005/8/layout/cycle3"/>
    <dgm:cxn modelId="{A45732D4-8068-48F5-A7BC-B305593D25F3}" type="presParOf" srcId="{AD58B0AC-644F-4DBC-B12F-71521EF9F66C}" destId="{6B0EC499-CCC6-4FDA-AF3A-77FEBE919015}" srcOrd="4" destOrd="0" presId="urn:microsoft.com/office/officeart/2005/8/layout/cycle3"/>
    <dgm:cxn modelId="{453A9AB4-F842-4109-B044-BB72856718A4}" type="presParOf" srcId="{AD58B0AC-644F-4DBC-B12F-71521EF9F66C}" destId="{0A668D17-0D4C-445C-98FB-615498C89212}" srcOrd="5" destOrd="0" presId="urn:microsoft.com/office/officeart/2005/8/layout/cycle3"/>
    <dgm:cxn modelId="{3580ABBE-B4FA-4DF5-9E10-9DB0A81FC969}" type="presParOf" srcId="{AD58B0AC-644F-4DBC-B12F-71521EF9F66C}" destId="{BA2A4DBF-FDC6-4EE7-92DB-06691E0AB13E}" srcOrd="6" destOrd="0" presId="urn:microsoft.com/office/officeart/2005/8/layout/cycle3"/>
    <dgm:cxn modelId="{D489829C-FC0A-4637-84F8-F5DAC683BC9D}" type="presParOf" srcId="{AD58B0AC-644F-4DBC-B12F-71521EF9F66C}" destId="{83B847F0-DF62-4C56-9AE6-8DA1599ACBEC}" srcOrd="7" destOrd="0" presId="urn:microsoft.com/office/officeart/2005/8/layout/cycle3"/>
    <dgm:cxn modelId="{1C48D113-A5B7-401B-A2B0-27539F3D6657}" type="presParOf" srcId="{AD58B0AC-644F-4DBC-B12F-71521EF9F66C}" destId="{474C2C96-297B-43DE-A83F-67685DBB2EC4}" srcOrd="8" destOrd="0" presId="urn:microsoft.com/office/officeart/2005/8/layout/cycle3"/>
    <dgm:cxn modelId="{5E09E1D0-1678-4D13-934C-31E6281BB8C4}" type="presParOf" srcId="{AD58B0AC-644F-4DBC-B12F-71521EF9F66C}" destId="{0354B3AA-020E-49C1-B0F9-D69C8EE7D5B3}" srcOrd="9" destOrd="0" presId="urn:microsoft.com/office/officeart/2005/8/layout/cycle3"/>
    <dgm:cxn modelId="{2A835B55-EA93-4DFA-8B8B-9AF8699BF570}" type="presParOf" srcId="{AD58B0AC-644F-4DBC-B12F-71521EF9F66C}" destId="{2FC5404A-B5C0-4000-99FC-28E13E062A45}" srcOrd="10" destOrd="0" presId="urn:microsoft.com/office/officeart/2005/8/layout/cycle3"/>
    <dgm:cxn modelId="{6D08EAFE-7001-47C2-888F-C9BDC1520962}" type="presParOf" srcId="{AD58B0AC-644F-4DBC-B12F-71521EF9F66C}" destId="{FA3682CA-B1CD-4FC3-A99F-87000F4300D1}" srcOrd="11" destOrd="0" presId="urn:microsoft.com/office/officeart/2005/8/layout/cycle3"/>
    <dgm:cxn modelId="{82C40A63-8EFC-465F-AAA1-E9996070A26D}" type="presParOf" srcId="{AD58B0AC-644F-4DBC-B12F-71521EF9F66C}" destId="{9E2050A3-2591-488D-B858-4E51A826326F}" srcOrd="12" destOrd="0" presId="urn:microsoft.com/office/officeart/2005/8/layout/cycle3"/>
    <dgm:cxn modelId="{0B4736FF-E3A6-4288-858F-ADFCFF3CF151}" type="presParOf" srcId="{AD58B0AC-644F-4DBC-B12F-71521EF9F66C}" destId="{865C1DB3-D829-4616-A795-E8536B332CAC}" srcOrd="1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FFE48F2-1F76-4D5D-B6DC-CF5FE4AF2DE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0EBFE6-29E3-4D42-BB3E-5D52B10C204A}">
      <dgm:prSet/>
      <dgm:spPr/>
      <dgm:t>
        <a:bodyPr/>
        <a:lstStyle/>
        <a:p>
          <a:r>
            <a:rPr lang="es-AR"/>
            <a:t>¿Qué debo secuestrar?</a:t>
          </a:r>
          <a:endParaRPr lang="en-US"/>
        </a:p>
      </dgm:t>
    </dgm:pt>
    <dgm:pt modelId="{EFE50E07-3BD8-4BCF-98D7-977B02F4FFF9}" type="parTrans" cxnId="{70516CA6-D78D-4CA4-BB83-D4EE9081A340}">
      <dgm:prSet/>
      <dgm:spPr/>
      <dgm:t>
        <a:bodyPr/>
        <a:lstStyle/>
        <a:p>
          <a:endParaRPr lang="en-US"/>
        </a:p>
      </dgm:t>
    </dgm:pt>
    <dgm:pt modelId="{85D20FA8-8A3A-405A-9819-B2FD45909C26}" type="sibTrans" cxnId="{70516CA6-D78D-4CA4-BB83-D4EE9081A340}">
      <dgm:prSet/>
      <dgm:spPr/>
      <dgm:t>
        <a:bodyPr/>
        <a:lstStyle/>
        <a:p>
          <a:endParaRPr lang="en-US"/>
        </a:p>
      </dgm:t>
    </dgm:pt>
    <dgm:pt modelId="{AB18B5C7-0E2C-4EE8-9A96-800B65EF576D}">
      <dgm:prSet/>
      <dgm:spPr/>
      <dgm:t>
        <a:bodyPr/>
        <a:lstStyle/>
        <a:p>
          <a:r>
            <a:rPr lang="es-AR"/>
            <a:t>¿Cómo se debe resguardar?</a:t>
          </a:r>
          <a:endParaRPr lang="en-US"/>
        </a:p>
      </dgm:t>
    </dgm:pt>
    <dgm:pt modelId="{1B204A5E-9EBC-489B-B188-C0D32167D643}" type="parTrans" cxnId="{49612D6D-7317-4513-80F7-A872BE9D6553}">
      <dgm:prSet/>
      <dgm:spPr/>
      <dgm:t>
        <a:bodyPr/>
        <a:lstStyle/>
        <a:p>
          <a:endParaRPr lang="en-US"/>
        </a:p>
      </dgm:t>
    </dgm:pt>
    <dgm:pt modelId="{3AFEFFFF-BA38-4D5E-99B0-1BF9E62326FE}" type="sibTrans" cxnId="{49612D6D-7317-4513-80F7-A872BE9D6553}">
      <dgm:prSet/>
      <dgm:spPr/>
      <dgm:t>
        <a:bodyPr/>
        <a:lstStyle/>
        <a:p>
          <a:endParaRPr lang="en-US"/>
        </a:p>
      </dgm:t>
    </dgm:pt>
    <dgm:pt modelId="{D09FD26F-19F8-499C-A08A-932708F525DB}">
      <dgm:prSet/>
      <dgm:spPr/>
      <dgm:t>
        <a:bodyPr/>
        <a:lstStyle/>
        <a:p>
          <a:r>
            <a:rPr lang="es-AR"/>
            <a:t>¿Qué actas se confeccionan?</a:t>
          </a:r>
          <a:endParaRPr lang="en-US"/>
        </a:p>
      </dgm:t>
    </dgm:pt>
    <dgm:pt modelId="{A9AFDCA0-6704-45D7-85BC-3A9ACC6E3B30}" type="parTrans" cxnId="{CDB1F9B4-D672-45DF-875B-20F1B5A3F523}">
      <dgm:prSet/>
      <dgm:spPr/>
      <dgm:t>
        <a:bodyPr/>
        <a:lstStyle/>
        <a:p>
          <a:endParaRPr lang="en-US"/>
        </a:p>
      </dgm:t>
    </dgm:pt>
    <dgm:pt modelId="{6F0CC515-2131-4506-9C2E-178381F1DE3C}" type="sibTrans" cxnId="{CDB1F9B4-D672-45DF-875B-20F1B5A3F523}">
      <dgm:prSet/>
      <dgm:spPr/>
      <dgm:t>
        <a:bodyPr/>
        <a:lstStyle/>
        <a:p>
          <a:endParaRPr lang="en-US"/>
        </a:p>
      </dgm:t>
    </dgm:pt>
    <dgm:pt modelId="{BBCBD4BA-C76B-46D0-84AA-BF9F6D675FB1}" type="pres">
      <dgm:prSet presAssocID="{5FFE48F2-1F76-4D5D-B6DC-CF5FE4AF2DE5}" presName="outerComposite" presStyleCnt="0">
        <dgm:presLayoutVars>
          <dgm:chMax val="5"/>
          <dgm:dir/>
          <dgm:resizeHandles val="exact"/>
        </dgm:presLayoutVars>
      </dgm:prSet>
      <dgm:spPr/>
    </dgm:pt>
    <dgm:pt modelId="{D33063AE-A16E-431D-AA5A-828D89FB5D83}" type="pres">
      <dgm:prSet presAssocID="{5FFE48F2-1F76-4D5D-B6DC-CF5FE4AF2DE5}" presName="dummyMaxCanvas" presStyleCnt="0">
        <dgm:presLayoutVars/>
      </dgm:prSet>
      <dgm:spPr/>
    </dgm:pt>
    <dgm:pt modelId="{17828E34-6EF0-49CF-9788-8DBD826BA613}" type="pres">
      <dgm:prSet presAssocID="{5FFE48F2-1F76-4D5D-B6DC-CF5FE4AF2DE5}" presName="ThreeNodes_1" presStyleLbl="node1" presStyleIdx="0" presStyleCnt="3">
        <dgm:presLayoutVars>
          <dgm:bulletEnabled val="1"/>
        </dgm:presLayoutVars>
      </dgm:prSet>
      <dgm:spPr/>
    </dgm:pt>
    <dgm:pt modelId="{B3DD037F-12FB-42BF-A978-27702C7954E4}" type="pres">
      <dgm:prSet presAssocID="{5FFE48F2-1F76-4D5D-B6DC-CF5FE4AF2DE5}" presName="ThreeNodes_2" presStyleLbl="node1" presStyleIdx="1" presStyleCnt="3">
        <dgm:presLayoutVars>
          <dgm:bulletEnabled val="1"/>
        </dgm:presLayoutVars>
      </dgm:prSet>
      <dgm:spPr/>
    </dgm:pt>
    <dgm:pt modelId="{FD6124C3-CFE3-4556-B2EF-E2788453FD0B}" type="pres">
      <dgm:prSet presAssocID="{5FFE48F2-1F76-4D5D-B6DC-CF5FE4AF2DE5}" presName="ThreeNodes_3" presStyleLbl="node1" presStyleIdx="2" presStyleCnt="3">
        <dgm:presLayoutVars>
          <dgm:bulletEnabled val="1"/>
        </dgm:presLayoutVars>
      </dgm:prSet>
      <dgm:spPr/>
    </dgm:pt>
    <dgm:pt modelId="{5EFB4846-D34F-4FBA-ADFE-B7F8416FE3D5}" type="pres">
      <dgm:prSet presAssocID="{5FFE48F2-1F76-4D5D-B6DC-CF5FE4AF2DE5}" presName="ThreeConn_1-2" presStyleLbl="fgAccFollowNode1" presStyleIdx="0" presStyleCnt="2">
        <dgm:presLayoutVars>
          <dgm:bulletEnabled val="1"/>
        </dgm:presLayoutVars>
      </dgm:prSet>
      <dgm:spPr/>
    </dgm:pt>
    <dgm:pt modelId="{8DC56425-4C6F-4802-A9AC-0BAD4B0FA0A2}" type="pres">
      <dgm:prSet presAssocID="{5FFE48F2-1F76-4D5D-B6DC-CF5FE4AF2DE5}" presName="ThreeConn_2-3" presStyleLbl="fgAccFollowNode1" presStyleIdx="1" presStyleCnt="2">
        <dgm:presLayoutVars>
          <dgm:bulletEnabled val="1"/>
        </dgm:presLayoutVars>
      </dgm:prSet>
      <dgm:spPr/>
    </dgm:pt>
    <dgm:pt modelId="{73688981-C1CE-4225-A579-1E4973EFF0B1}" type="pres">
      <dgm:prSet presAssocID="{5FFE48F2-1F76-4D5D-B6DC-CF5FE4AF2DE5}" presName="ThreeNodes_1_text" presStyleLbl="node1" presStyleIdx="2" presStyleCnt="3">
        <dgm:presLayoutVars>
          <dgm:bulletEnabled val="1"/>
        </dgm:presLayoutVars>
      </dgm:prSet>
      <dgm:spPr/>
    </dgm:pt>
    <dgm:pt modelId="{E60ADD19-B42B-4F13-B3FE-EEFE3F57C7F7}" type="pres">
      <dgm:prSet presAssocID="{5FFE48F2-1F76-4D5D-B6DC-CF5FE4AF2DE5}" presName="ThreeNodes_2_text" presStyleLbl="node1" presStyleIdx="2" presStyleCnt="3">
        <dgm:presLayoutVars>
          <dgm:bulletEnabled val="1"/>
        </dgm:presLayoutVars>
      </dgm:prSet>
      <dgm:spPr/>
    </dgm:pt>
    <dgm:pt modelId="{06A16BA3-24CF-4A8A-95B4-62D0956BBB31}" type="pres">
      <dgm:prSet presAssocID="{5FFE48F2-1F76-4D5D-B6DC-CF5FE4AF2DE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799142E-A4EB-46B6-A3CA-8EDD2B9CC65C}" type="presOf" srcId="{3AFEFFFF-BA38-4D5E-99B0-1BF9E62326FE}" destId="{8DC56425-4C6F-4802-A9AC-0BAD4B0FA0A2}" srcOrd="0" destOrd="0" presId="urn:microsoft.com/office/officeart/2005/8/layout/vProcess5"/>
    <dgm:cxn modelId="{3A781E30-A13F-4D64-802E-76BDCB413BFD}" type="presOf" srcId="{F60EBFE6-29E3-4D42-BB3E-5D52B10C204A}" destId="{17828E34-6EF0-49CF-9788-8DBD826BA613}" srcOrd="0" destOrd="0" presId="urn:microsoft.com/office/officeart/2005/8/layout/vProcess5"/>
    <dgm:cxn modelId="{36859A47-A59E-4CAD-9F6B-8D0D9938A79E}" type="presOf" srcId="{D09FD26F-19F8-499C-A08A-932708F525DB}" destId="{FD6124C3-CFE3-4556-B2EF-E2788453FD0B}" srcOrd="0" destOrd="0" presId="urn:microsoft.com/office/officeart/2005/8/layout/vProcess5"/>
    <dgm:cxn modelId="{72269D4A-4BB7-424D-8256-9A7F3ADB055E}" type="presOf" srcId="{5FFE48F2-1F76-4D5D-B6DC-CF5FE4AF2DE5}" destId="{BBCBD4BA-C76B-46D0-84AA-BF9F6D675FB1}" srcOrd="0" destOrd="0" presId="urn:microsoft.com/office/officeart/2005/8/layout/vProcess5"/>
    <dgm:cxn modelId="{49612D6D-7317-4513-80F7-A872BE9D6553}" srcId="{5FFE48F2-1F76-4D5D-B6DC-CF5FE4AF2DE5}" destId="{AB18B5C7-0E2C-4EE8-9A96-800B65EF576D}" srcOrd="1" destOrd="0" parTransId="{1B204A5E-9EBC-489B-B188-C0D32167D643}" sibTransId="{3AFEFFFF-BA38-4D5E-99B0-1BF9E62326FE}"/>
    <dgm:cxn modelId="{40101784-26EE-4D9B-8B71-9B08EA0EEF63}" type="presOf" srcId="{AB18B5C7-0E2C-4EE8-9A96-800B65EF576D}" destId="{E60ADD19-B42B-4F13-B3FE-EEFE3F57C7F7}" srcOrd="1" destOrd="0" presId="urn:microsoft.com/office/officeart/2005/8/layout/vProcess5"/>
    <dgm:cxn modelId="{70DF6391-94A0-4B33-BEDD-6403EC419402}" type="presOf" srcId="{AB18B5C7-0E2C-4EE8-9A96-800B65EF576D}" destId="{B3DD037F-12FB-42BF-A978-27702C7954E4}" srcOrd="0" destOrd="0" presId="urn:microsoft.com/office/officeart/2005/8/layout/vProcess5"/>
    <dgm:cxn modelId="{70516CA6-D78D-4CA4-BB83-D4EE9081A340}" srcId="{5FFE48F2-1F76-4D5D-B6DC-CF5FE4AF2DE5}" destId="{F60EBFE6-29E3-4D42-BB3E-5D52B10C204A}" srcOrd="0" destOrd="0" parTransId="{EFE50E07-3BD8-4BCF-98D7-977B02F4FFF9}" sibTransId="{85D20FA8-8A3A-405A-9819-B2FD45909C26}"/>
    <dgm:cxn modelId="{CDB1F9B4-D672-45DF-875B-20F1B5A3F523}" srcId="{5FFE48F2-1F76-4D5D-B6DC-CF5FE4AF2DE5}" destId="{D09FD26F-19F8-499C-A08A-932708F525DB}" srcOrd="2" destOrd="0" parTransId="{A9AFDCA0-6704-45D7-85BC-3A9ACC6E3B30}" sibTransId="{6F0CC515-2131-4506-9C2E-178381F1DE3C}"/>
    <dgm:cxn modelId="{2B5B70D7-F61E-46ED-BA41-E978FA48480B}" type="presOf" srcId="{F60EBFE6-29E3-4D42-BB3E-5D52B10C204A}" destId="{73688981-C1CE-4225-A579-1E4973EFF0B1}" srcOrd="1" destOrd="0" presId="urn:microsoft.com/office/officeart/2005/8/layout/vProcess5"/>
    <dgm:cxn modelId="{0A94A5DC-5D60-4FBB-8EEC-61361014E3E8}" type="presOf" srcId="{D09FD26F-19F8-499C-A08A-932708F525DB}" destId="{06A16BA3-24CF-4A8A-95B4-62D0956BBB31}" srcOrd="1" destOrd="0" presId="urn:microsoft.com/office/officeart/2005/8/layout/vProcess5"/>
    <dgm:cxn modelId="{D9262FEB-7E21-4F6D-89DC-29C6D66C0EA4}" type="presOf" srcId="{85D20FA8-8A3A-405A-9819-B2FD45909C26}" destId="{5EFB4846-D34F-4FBA-ADFE-B7F8416FE3D5}" srcOrd="0" destOrd="0" presId="urn:microsoft.com/office/officeart/2005/8/layout/vProcess5"/>
    <dgm:cxn modelId="{34AFB848-7B23-4FE3-81C0-C265ADDE0FA9}" type="presParOf" srcId="{BBCBD4BA-C76B-46D0-84AA-BF9F6D675FB1}" destId="{D33063AE-A16E-431D-AA5A-828D89FB5D83}" srcOrd="0" destOrd="0" presId="urn:microsoft.com/office/officeart/2005/8/layout/vProcess5"/>
    <dgm:cxn modelId="{7D1AC17B-9F6B-4D13-BEA8-647DBAD78016}" type="presParOf" srcId="{BBCBD4BA-C76B-46D0-84AA-BF9F6D675FB1}" destId="{17828E34-6EF0-49CF-9788-8DBD826BA613}" srcOrd="1" destOrd="0" presId="urn:microsoft.com/office/officeart/2005/8/layout/vProcess5"/>
    <dgm:cxn modelId="{36592CCF-7827-403E-8971-AF92BD09267F}" type="presParOf" srcId="{BBCBD4BA-C76B-46D0-84AA-BF9F6D675FB1}" destId="{B3DD037F-12FB-42BF-A978-27702C7954E4}" srcOrd="2" destOrd="0" presId="urn:microsoft.com/office/officeart/2005/8/layout/vProcess5"/>
    <dgm:cxn modelId="{4084BD66-88BE-4689-86E2-BCEC71850C8D}" type="presParOf" srcId="{BBCBD4BA-C76B-46D0-84AA-BF9F6D675FB1}" destId="{FD6124C3-CFE3-4556-B2EF-E2788453FD0B}" srcOrd="3" destOrd="0" presId="urn:microsoft.com/office/officeart/2005/8/layout/vProcess5"/>
    <dgm:cxn modelId="{0B728994-2D8B-429E-886B-10A76DAB22A1}" type="presParOf" srcId="{BBCBD4BA-C76B-46D0-84AA-BF9F6D675FB1}" destId="{5EFB4846-D34F-4FBA-ADFE-B7F8416FE3D5}" srcOrd="4" destOrd="0" presId="urn:microsoft.com/office/officeart/2005/8/layout/vProcess5"/>
    <dgm:cxn modelId="{6C1A1AEC-AD9B-4A2E-A47E-51C294619060}" type="presParOf" srcId="{BBCBD4BA-C76B-46D0-84AA-BF9F6D675FB1}" destId="{8DC56425-4C6F-4802-A9AC-0BAD4B0FA0A2}" srcOrd="5" destOrd="0" presId="urn:microsoft.com/office/officeart/2005/8/layout/vProcess5"/>
    <dgm:cxn modelId="{236069EC-6E12-48E6-9123-BFA4156937C5}" type="presParOf" srcId="{BBCBD4BA-C76B-46D0-84AA-BF9F6D675FB1}" destId="{73688981-C1CE-4225-A579-1E4973EFF0B1}" srcOrd="6" destOrd="0" presId="urn:microsoft.com/office/officeart/2005/8/layout/vProcess5"/>
    <dgm:cxn modelId="{D5F80FF5-2222-43F2-973C-8B23D4FD6455}" type="presParOf" srcId="{BBCBD4BA-C76B-46D0-84AA-BF9F6D675FB1}" destId="{E60ADD19-B42B-4F13-B3FE-EEFE3F57C7F7}" srcOrd="7" destOrd="0" presId="urn:microsoft.com/office/officeart/2005/8/layout/vProcess5"/>
    <dgm:cxn modelId="{FFE8FB79-4ED8-4341-8328-FD7891176E72}" type="presParOf" srcId="{BBCBD4BA-C76B-46D0-84AA-BF9F6D675FB1}" destId="{06A16BA3-24CF-4A8A-95B4-62D0956BBB3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82C7F05-03B2-4F3E-AFF6-8EE9F87B428F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D7AF278-D6C0-42D4-AD95-18EA705D62BF}">
      <dgm:prSet/>
      <dgm:spPr/>
      <dgm:t>
        <a:bodyPr/>
        <a:lstStyle/>
        <a:p>
          <a:r>
            <a:rPr lang="es-AR"/>
            <a:t>INMEDIATA.</a:t>
          </a:r>
          <a:endParaRPr lang="en-US"/>
        </a:p>
      </dgm:t>
    </dgm:pt>
    <dgm:pt modelId="{7C4BA49E-1EB0-46E8-B19D-216FC002A3F8}" type="parTrans" cxnId="{3BB0CF8E-9200-4EB8-921B-0F89DFB720C6}">
      <dgm:prSet/>
      <dgm:spPr/>
      <dgm:t>
        <a:bodyPr/>
        <a:lstStyle/>
        <a:p>
          <a:endParaRPr lang="en-US"/>
        </a:p>
      </dgm:t>
    </dgm:pt>
    <dgm:pt modelId="{3CAF493B-A413-4387-825A-1174BF6C83CA}" type="sibTrans" cxnId="{3BB0CF8E-9200-4EB8-921B-0F89DFB720C6}">
      <dgm:prSet/>
      <dgm:spPr/>
      <dgm:t>
        <a:bodyPr/>
        <a:lstStyle/>
        <a:p>
          <a:endParaRPr lang="en-US"/>
        </a:p>
      </dgm:t>
    </dgm:pt>
    <dgm:pt modelId="{13543D48-C20E-4F02-838D-C5D34E86AA4C}">
      <dgm:prSet/>
      <dgm:spPr/>
      <dgm:t>
        <a:bodyPr/>
        <a:lstStyle/>
        <a:p>
          <a:r>
            <a:rPr lang="es-AR"/>
            <a:t>A MODO DE CONSULTA.</a:t>
          </a:r>
          <a:endParaRPr lang="en-US"/>
        </a:p>
      </dgm:t>
    </dgm:pt>
    <dgm:pt modelId="{7B3EF8DF-49E5-4952-B553-B30369B1F18A}" type="parTrans" cxnId="{855EB73A-98BF-4012-A8D1-B994E9806ABF}">
      <dgm:prSet/>
      <dgm:spPr/>
      <dgm:t>
        <a:bodyPr/>
        <a:lstStyle/>
        <a:p>
          <a:endParaRPr lang="en-US"/>
        </a:p>
      </dgm:t>
    </dgm:pt>
    <dgm:pt modelId="{5B4C35B3-21AC-4F99-BA2E-AB4150ECB93E}" type="sibTrans" cxnId="{855EB73A-98BF-4012-A8D1-B994E9806ABF}">
      <dgm:prSet/>
      <dgm:spPr/>
      <dgm:t>
        <a:bodyPr/>
        <a:lstStyle/>
        <a:p>
          <a:endParaRPr lang="en-US"/>
        </a:p>
      </dgm:t>
    </dgm:pt>
    <dgm:pt modelId="{9AB3FB45-F8D0-4B2E-B6E8-A185ACEA9EBE}">
      <dgm:prSet/>
      <dgm:spPr/>
      <dgm:t>
        <a:bodyPr/>
        <a:lstStyle/>
        <a:p>
          <a:r>
            <a:rPr lang="es-AR"/>
            <a:t>INFORMATIVA.</a:t>
          </a:r>
          <a:endParaRPr lang="en-US"/>
        </a:p>
      </dgm:t>
    </dgm:pt>
    <dgm:pt modelId="{8B7D85DA-8D9F-4B9F-9D51-F10D3089C447}" type="parTrans" cxnId="{3C563929-B4F4-4A94-8567-C9692388ECE3}">
      <dgm:prSet/>
      <dgm:spPr/>
      <dgm:t>
        <a:bodyPr/>
        <a:lstStyle/>
        <a:p>
          <a:endParaRPr lang="en-US"/>
        </a:p>
      </dgm:t>
    </dgm:pt>
    <dgm:pt modelId="{DFC27572-E6BB-4383-B79E-BB5A70D58AEA}" type="sibTrans" cxnId="{3C563929-B4F4-4A94-8567-C9692388ECE3}">
      <dgm:prSet/>
      <dgm:spPr/>
      <dgm:t>
        <a:bodyPr/>
        <a:lstStyle/>
        <a:p>
          <a:endParaRPr lang="en-US"/>
        </a:p>
      </dgm:t>
    </dgm:pt>
    <dgm:pt modelId="{C212B07C-5AA2-4B38-A2D2-116D1F84F60D}">
      <dgm:prSet/>
      <dgm:spPr/>
      <dgm:t>
        <a:bodyPr/>
        <a:lstStyle/>
        <a:p>
          <a:r>
            <a:rPr lang="es-AR"/>
            <a:t>CLARA, CONCISA.</a:t>
          </a:r>
          <a:endParaRPr lang="en-US"/>
        </a:p>
      </dgm:t>
    </dgm:pt>
    <dgm:pt modelId="{51E09E96-45A2-48AB-A728-D7946FF78BF1}" type="parTrans" cxnId="{78A908CF-A791-4B44-BA85-63692B2A2707}">
      <dgm:prSet/>
      <dgm:spPr/>
      <dgm:t>
        <a:bodyPr/>
        <a:lstStyle/>
        <a:p>
          <a:endParaRPr lang="en-US"/>
        </a:p>
      </dgm:t>
    </dgm:pt>
    <dgm:pt modelId="{3957AFDD-306A-4A45-BB78-AE0B7635F316}" type="sibTrans" cxnId="{78A908CF-A791-4B44-BA85-63692B2A2707}">
      <dgm:prSet/>
      <dgm:spPr/>
      <dgm:t>
        <a:bodyPr/>
        <a:lstStyle/>
        <a:p>
          <a:endParaRPr lang="en-US"/>
        </a:p>
      </dgm:t>
    </dgm:pt>
    <dgm:pt modelId="{58211FC3-D3D7-4B0F-9109-91087A3DAE16}">
      <dgm:prSet/>
      <dgm:spPr/>
      <dgm:t>
        <a:bodyPr/>
        <a:lstStyle/>
        <a:p>
          <a:r>
            <a:rPr lang="es-AR"/>
            <a:t>TENER TODOS LOS ELEMENTOS.</a:t>
          </a:r>
          <a:endParaRPr lang="en-US"/>
        </a:p>
      </dgm:t>
    </dgm:pt>
    <dgm:pt modelId="{29C70827-70C1-42F4-9D90-45D3E91FB042}" type="parTrans" cxnId="{2747F1BA-EA21-4976-BAD6-D3137A234B8D}">
      <dgm:prSet/>
      <dgm:spPr/>
      <dgm:t>
        <a:bodyPr/>
        <a:lstStyle/>
        <a:p>
          <a:endParaRPr lang="en-US"/>
        </a:p>
      </dgm:t>
    </dgm:pt>
    <dgm:pt modelId="{9DF7E880-B27E-4444-86B9-3D22FC572293}" type="sibTrans" cxnId="{2747F1BA-EA21-4976-BAD6-D3137A234B8D}">
      <dgm:prSet/>
      <dgm:spPr/>
      <dgm:t>
        <a:bodyPr/>
        <a:lstStyle/>
        <a:p>
          <a:endParaRPr lang="en-US"/>
        </a:p>
      </dgm:t>
    </dgm:pt>
    <dgm:pt modelId="{46A31DC2-FC43-4B20-BAD3-28E74CA81002}">
      <dgm:prSet/>
      <dgm:spPr/>
      <dgm:t>
        <a:bodyPr/>
        <a:lstStyle/>
        <a:p>
          <a:r>
            <a:rPr lang="es-AR"/>
            <a:t>SE DEJA CONSTANCIA EN EL ACTA DE PROCEDIMIENTO.</a:t>
          </a:r>
          <a:endParaRPr lang="en-US"/>
        </a:p>
      </dgm:t>
    </dgm:pt>
    <dgm:pt modelId="{449D511A-A3F9-4F7A-A90E-061FF12D9486}" type="parTrans" cxnId="{4D2F03F2-E725-495A-844B-65BBB5D248EF}">
      <dgm:prSet/>
      <dgm:spPr/>
      <dgm:t>
        <a:bodyPr/>
        <a:lstStyle/>
        <a:p>
          <a:endParaRPr lang="en-US"/>
        </a:p>
      </dgm:t>
    </dgm:pt>
    <dgm:pt modelId="{8F02C6B9-18F9-4935-B083-CFABB0873A53}" type="sibTrans" cxnId="{4D2F03F2-E725-495A-844B-65BBB5D248EF}">
      <dgm:prSet/>
      <dgm:spPr/>
      <dgm:t>
        <a:bodyPr/>
        <a:lstStyle/>
        <a:p>
          <a:endParaRPr lang="en-US"/>
        </a:p>
      </dgm:t>
    </dgm:pt>
    <dgm:pt modelId="{EB98CA7D-B4B5-43A7-B90E-E656CEDC5BE0}" type="pres">
      <dgm:prSet presAssocID="{282C7F05-03B2-4F3E-AFF6-8EE9F87B428F}" presName="Name0" presStyleCnt="0">
        <dgm:presLayoutVars>
          <dgm:dir/>
          <dgm:animLvl val="lvl"/>
          <dgm:resizeHandles val="exact"/>
        </dgm:presLayoutVars>
      </dgm:prSet>
      <dgm:spPr/>
    </dgm:pt>
    <dgm:pt modelId="{656BB033-3B4B-4C72-B247-F5378C8D6591}" type="pres">
      <dgm:prSet presAssocID="{46A31DC2-FC43-4B20-BAD3-28E74CA81002}" presName="boxAndChildren" presStyleCnt="0"/>
      <dgm:spPr/>
    </dgm:pt>
    <dgm:pt modelId="{0669C3A7-4C27-4064-8B5F-A5836EB987CB}" type="pres">
      <dgm:prSet presAssocID="{46A31DC2-FC43-4B20-BAD3-28E74CA81002}" presName="parentTextBox" presStyleLbl="node1" presStyleIdx="0" presStyleCnt="6"/>
      <dgm:spPr/>
    </dgm:pt>
    <dgm:pt modelId="{A0C326E6-86EC-46B5-BEB2-25720C4505BE}" type="pres">
      <dgm:prSet presAssocID="{9DF7E880-B27E-4444-86B9-3D22FC572293}" presName="sp" presStyleCnt="0"/>
      <dgm:spPr/>
    </dgm:pt>
    <dgm:pt modelId="{848ABDE3-D333-420B-91B4-A1A4CBEA73CF}" type="pres">
      <dgm:prSet presAssocID="{58211FC3-D3D7-4B0F-9109-91087A3DAE16}" presName="arrowAndChildren" presStyleCnt="0"/>
      <dgm:spPr/>
    </dgm:pt>
    <dgm:pt modelId="{B9D5758E-F79E-4004-84D7-7D0D0872DEBD}" type="pres">
      <dgm:prSet presAssocID="{58211FC3-D3D7-4B0F-9109-91087A3DAE16}" presName="parentTextArrow" presStyleLbl="node1" presStyleIdx="1" presStyleCnt="6"/>
      <dgm:spPr/>
    </dgm:pt>
    <dgm:pt modelId="{7CDDE067-4EAA-478C-A694-7F0C33E3E9F1}" type="pres">
      <dgm:prSet presAssocID="{3957AFDD-306A-4A45-BB78-AE0B7635F316}" presName="sp" presStyleCnt="0"/>
      <dgm:spPr/>
    </dgm:pt>
    <dgm:pt modelId="{FEAAB51A-349F-4CFE-9205-D5C1FF5699C9}" type="pres">
      <dgm:prSet presAssocID="{C212B07C-5AA2-4B38-A2D2-116D1F84F60D}" presName="arrowAndChildren" presStyleCnt="0"/>
      <dgm:spPr/>
    </dgm:pt>
    <dgm:pt modelId="{FF348608-3B76-465E-9DAB-3BE5D535754C}" type="pres">
      <dgm:prSet presAssocID="{C212B07C-5AA2-4B38-A2D2-116D1F84F60D}" presName="parentTextArrow" presStyleLbl="node1" presStyleIdx="2" presStyleCnt="6"/>
      <dgm:spPr/>
    </dgm:pt>
    <dgm:pt modelId="{C196B410-547F-40D9-9FA7-EE3E5AC2674A}" type="pres">
      <dgm:prSet presAssocID="{DFC27572-E6BB-4383-B79E-BB5A70D58AEA}" presName="sp" presStyleCnt="0"/>
      <dgm:spPr/>
    </dgm:pt>
    <dgm:pt modelId="{FB21CB60-8595-494A-BE0B-367E24A15508}" type="pres">
      <dgm:prSet presAssocID="{9AB3FB45-F8D0-4B2E-B6E8-A185ACEA9EBE}" presName="arrowAndChildren" presStyleCnt="0"/>
      <dgm:spPr/>
    </dgm:pt>
    <dgm:pt modelId="{FC90C2BE-43E6-495C-BB56-BEB5A399FBA0}" type="pres">
      <dgm:prSet presAssocID="{9AB3FB45-F8D0-4B2E-B6E8-A185ACEA9EBE}" presName="parentTextArrow" presStyleLbl="node1" presStyleIdx="3" presStyleCnt="6"/>
      <dgm:spPr/>
    </dgm:pt>
    <dgm:pt modelId="{FAB6E119-75C2-4FE2-8175-46734142F548}" type="pres">
      <dgm:prSet presAssocID="{5B4C35B3-21AC-4F99-BA2E-AB4150ECB93E}" presName="sp" presStyleCnt="0"/>
      <dgm:spPr/>
    </dgm:pt>
    <dgm:pt modelId="{4F4DC239-535A-45DF-8931-B50C1AC37575}" type="pres">
      <dgm:prSet presAssocID="{13543D48-C20E-4F02-838D-C5D34E86AA4C}" presName="arrowAndChildren" presStyleCnt="0"/>
      <dgm:spPr/>
    </dgm:pt>
    <dgm:pt modelId="{C3C59A00-F2C4-4229-A6A8-2CB50D7D4F64}" type="pres">
      <dgm:prSet presAssocID="{13543D48-C20E-4F02-838D-C5D34E86AA4C}" presName="parentTextArrow" presStyleLbl="node1" presStyleIdx="4" presStyleCnt="6"/>
      <dgm:spPr/>
    </dgm:pt>
    <dgm:pt modelId="{3E189919-85A3-468D-AFCD-A187922BE71F}" type="pres">
      <dgm:prSet presAssocID="{3CAF493B-A413-4387-825A-1174BF6C83CA}" presName="sp" presStyleCnt="0"/>
      <dgm:spPr/>
    </dgm:pt>
    <dgm:pt modelId="{676907CA-9BB5-4FFD-980C-5BB390D477C7}" type="pres">
      <dgm:prSet presAssocID="{4D7AF278-D6C0-42D4-AD95-18EA705D62BF}" presName="arrowAndChildren" presStyleCnt="0"/>
      <dgm:spPr/>
    </dgm:pt>
    <dgm:pt modelId="{463E514E-F750-40C3-8289-E14D238211AC}" type="pres">
      <dgm:prSet presAssocID="{4D7AF278-D6C0-42D4-AD95-18EA705D62BF}" presName="parentTextArrow" presStyleLbl="node1" presStyleIdx="5" presStyleCnt="6"/>
      <dgm:spPr/>
    </dgm:pt>
  </dgm:ptLst>
  <dgm:cxnLst>
    <dgm:cxn modelId="{39FE4E17-7D76-4489-9C96-ECE3F1C8201C}" type="presOf" srcId="{58211FC3-D3D7-4B0F-9109-91087A3DAE16}" destId="{B9D5758E-F79E-4004-84D7-7D0D0872DEBD}" srcOrd="0" destOrd="0" presId="urn:microsoft.com/office/officeart/2005/8/layout/process4"/>
    <dgm:cxn modelId="{3C563929-B4F4-4A94-8567-C9692388ECE3}" srcId="{282C7F05-03B2-4F3E-AFF6-8EE9F87B428F}" destId="{9AB3FB45-F8D0-4B2E-B6E8-A185ACEA9EBE}" srcOrd="2" destOrd="0" parTransId="{8B7D85DA-8D9F-4B9F-9D51-F10D3089C447}" sibTransId="{DFC27572-E6BB-4383-B79E-BB5A70D58AEA}"/>
    <dgm:cxn modelId="{B0BBEB35-A915-4A29-A4BC-A4C0B62E88C3}" type="presOf" srcId="{46A31DC2-FC43-4B20-BAD3-28E74CA81002}" destId="{0669C3A7-4C27-4064-8B5F-A5836EB987CB}" srcOrd="0" destOrd="0" presId="urn:microsoft.com/office/officeart/2005/8/layout/process4"/>
    <dgm:cxn modelId="{855EB73A-98BF-4012-A8D1-B994E9806ABF}" srcId="{282C7F05-03B2-4F3E-AFF6-8EE9F87B428F}" destId="{13543D48-C20E-4F02-838D-C5D34E86AA4C}" srcOrd="1" destOrd="0" parTransId="{7B3EF8DF-49E5-4952-B553-B30369B1F18A}" sibTransId="{5B4C35B3-21AC-4F99-BA2E-AB4150ECB93E}"/>
    <dgm:cxn modelId="{78CDAA64-E5FF-45B3-96F4-7469F294D415}" type="presOf" srcId="{9AB3FB45-F8D0-4B2E-B6E8-A185ACEA9EBE}" destId="{FC90C2BE-43E6-495C-BB56-BEB5A399FBA0}" srcOrd="0" destOrd="0" presId="urn:microsoft.com/office/officeart/2005/8/layout/process4"/>
    <dgm:cxn modelId="{8006606E-C7F7-49AE-A959-1E97292725A8}" type="presOf" srcId="{4D7AF278-D6C0-42D4-AD95-18EA705D62BF}" destId="{463E514E-F750-40C3-8289-E14D238211AC}" srcOrd="0" destOrd="0" presId="urn:microsoft.com/office/officeart/2005/8/layout/process4"/>
    <dgm:cxn modelId="{0F66AD52-581C-4B9A-AA2B-88F59F788B2E}" type="presOf" srcId="{282C7F05-03B2-4F3E-AFF6-8EE9F87B428F}" destId="{EB98CA7D-B4B5-43A7-B90E-E656CEDC5BE0}" srcOrd="0" destOrd="0" presId="urn:microsoft.com/office/officeart/2005/8/layout/process4"/>
    <dgm:cxn modelId="{3BB0CF8E-9200-4EB8-921B-0F89DFB720C6}" srcId="{282C7F05-03B2-4F3E-AFF6-8EE9F87B428F}" destId="{4D7AF278-D6C0-42D4-AD95-18EA705D62BF}" srcOrd="0" destOrd="0" parTransId="{7C4BA49E-1EB0-46E8-B19D-216FC002A3F8}" sibTransId="{3CAF493B-A413-4387-825A-1174BF6C83CA}"/>
    <dgm:cxn modelId="{10B5D7AF-8987-4EAB-9E05-A74EB5702A71}" type="presOf" srcId="{C212B07C-5AA2-4B38-A2D2-116D1F84F60D}" destId="{FF348608-3B76-465E-9DAB-3BE5D535754C}" srcOrd="0" destOrd="0" presId="urn:microsoft.com/office/officeart/2005/8/layout/process4"/>
    <dgm:cxn modelId="{2747F1BA-EA21-4976-BAD6-D3137A234B8D}" srcId="{282C7F05-03B2-4F3E-AFF6-8EE9F87B428F}" destId="{58211FC3-D3D7-4B0F-9109-91087A3DAE16}" srcOrd="4" destOrd="0" parTransId="{29C70827-70C1-42F4-9D90-45D3E91FB042}" sibTransId="{9DF7E880-B27E-4444-86B9-3D22FC572293}"/>
    <dgm:cxn modelId="{78A908CF-A791-4B44-BA85-63692B2A2707}" srcId="{282C7F05-03B2-4F3E-AFF6-8EE9F87B428F}" destId="{C212B07C-5AA2-4B38-A2D2-116D1F84F60D}" srcOrd="3" destOrd="0" parTransId="{51E09E96-45A2-48AB-A728-D7946FF78BF1}" sibTransId="{3957AFDD-306A-4A45-BB78-AE0B7635F316}"/>
    <dgm:cxn modelId="{561A21EE-9B3F-4C2E-A547-AD94AC274C79}" type="presOf" srcId="{13543D48-C20E-4F02-838D-C5D34E86AA4C}" destId="{C3C59A00-F2C4-4229-A6A8-2CB50D7D4F64}" srcOrd="0" destOrd="0" presId="urn:microsoft.com/office/officeart/2005/8/layout/process4"/>
    <dgm:cxn modelId="{4D2F03F2-E725-495A-844B-65BBB5D248EF}" srcId="{282C7F05-03B2-4F3E-AFF6-8EE9F87B428F}" destId="{46A31DC2-FC43-4B20-BAD3-28E74CA81002}" srcOrd="5" destOrd="0" parTransId="{449D511A-A3F9-4F7A-A90E-061FF12D9486}" sibTransId="{8F02C6B9-18F9-4935-B083-CFABB0873A53}"/>
    <dgm:cxn modelId="{BD2C6DBE-09AC-4B6E-87C0-174F3B36D5B4}" type="presParOf" srcId="{EB98CA7D-B4B5-43A7-B90E-E656CEDC5BE0}" destId="{656BB033-3B4B-4C72-B247-F5378C8D6591}" srcOrd="0" destOrd="0" presId="urn:microsoft.com/office/officeart/2005/8/layout/process4"/>
    <dgm:cxn modelId="{494AFFE2-2A5B-47AB-918A-5A9F4258AD62}" type="presParOf" srcId="{656BB033-3B4B-4C72-B247-F5378C8D6591}" destId="{0669C3A7-4C27-4064-8B5F-A5836EB987CB}" srcOrd="0" destOrd="0" presId="urn:microsoft.com/office/officeart/2005/8/layout/process4"/>
    <dgm:cxn modelId="{9E6039A7-FA21-45A9-A97C-461D155BF219}" type="presParOf" srcId="{EB98CA7D-B4B5-43A7-B90E-E656CEDC5BE0}" destId="{A0C326E6-86EC-46B5-BEB2-25720C4505BE}" srcOrd="1" destOrd="0" presId="urn:microsoft.com/office/officeart/2005/8/layout/process4"/>
    <dgm:cxn modelId="{294A8F94-44AE-4341-9DF0-F9536A4CC7EE}" type="presParOf" srcId="{EB98CA7D-B4B5-43A7-B90E-E656CEDC5BE0}" destId="{848ABDE3-D333-420B-91B4-A1A4CBEA73CF}" srcOrd="2" destOrd="0" presId="urn:microsoft.com/office/officeart/2005/8/layout/process4"/>
    <dgm:cxn modelId="{60B6C566-5177-4D98-B50E-656ABCD6520B}" type="presParOf" srcId="{848ABDE3-D333-420B-91B4-A1A4CBEA73CF}" destId="{B9D5758E-F79E-4004-84D7-7D0D0872DEBD}" srcOrd="0" destOrd="0" presId="urn:microsoft.com/office/officeart/2005/8/layout/process4"/>
    <dgm:cxn modelId="{97CB3F80-D3EA-4452-91E6-7D9578EDC6F9}" type="presParOf" srcId="{EB98CA7D-B4B5-43A7-B90E-E656CEDC5BE0}" destId="{7CDDE067-4EAA-478C-A694-7F0C33E3E9F1}" srcOrd="3" destOrd="0" presId="urn:microsoft.com/office/officeart/2005/8/layout/process4"/>
    <dgm:cxn modelId="{7DCCF44D-F0CD-4E61-A05E-D088AC6512EF}" type="presParOf" srcId="{EB98CA7D-B4B5-43A7-B90E-E656CEDC5BE0}" destId="{FEAAB51A-349F-4CFE-9205-D5C1FF5699C9}" srcOrd="4" destOrd="0" presId="urn:microsoft.com/office/officeart/2005/8/layout/process4"/>
    <dgm:cxn modelId="{64F5929C-F6FC-4F14-A360-ED13C42B3A2C}" type="presParOf" srcId="{FEAAB51A-349F-4CFE-9205-D5C1FF5699C9}" destId="{FF348608-3B76-465E-9DAB-3BE5D535754C}" srcOrd="0" destOrd="0" presId="urn:microsoft.com/office/officeart/2005/8/layout/process4"/>
    <dgm:cxn modelId="{AC3F7439-43B9-49FB-B4DD-CBE2BDAB8819}" type="presParOf" srcId="{EB98CA7D-B4B5-43A7-B90E-E656CEDC5BE0}" destId="{C196B410-547F-40D9-9FA7-EE3E5AC2674A}" srcOrd="5" destOrd="0" presId="urn:microsoft.com/office/officeart/2005/8/layout/process4"/>
    <dgm:cxn modelId="{687F15F1-17C9-4511-8227-99BF364E83FA}" type="presParOf" srcId="{EB98CA7D-B4B5-43A7-B90E-E656CEDC5BE0}" destId="{FB21CB60-8595-494A-BE0B-367E24A15508}" srcOrd="6" destOrd="0" presId="urn:microsoft.com/office/officeart/2005/8/layout/process4"/>
    <dgm:cxn modelId="{8C9E1E7A-461D-460C-97DE-F8CDEDD244D7}" type="presParOf" srcId="{FB21CB60-8595-494A-BE0B-367E24A15508}" destId="{FC90C2BE-43E6-495C-BB56-BEB5A399FBA0}" srcOrd="0" destOrd="0" presId="urn:microsoft.com/office/officeart/2005/8/layout/process4"/>
    <dgm:cxn modelId="{F445360C-C39F-4847-A75D-96974A83D317}" type="presParOf" srcId="{EB98CA7D-B4B5-43A7-B90E-E656CEDC5BE0}" destId="{FAB6E119-75C2-4FE2-8175-46734142F548}" srcOrd="7" destOrd="0" presId="urn:microsoft.com/office/officeart/2005/8/layout/process4"/>
    <dgm:cxn modelId="{3A8B1DA9-69DA-444D-834A-F5944EBA6C27}" type="presParOf" srcId="{EB98CA7D-B4B5-43A7-B90E-E656CEDC5BE0}" destId="{4F4DC239-535A-45DF-8931-B50C1AC37575}" srcOrd="8" destOrd="0" presId="urn:microsoft.com/office/officeart/2005/8/layout/process4"/>
    <dgm:cxn modelId="{0F8ED84A-16AF-4D60-9DAD-C8CDDAB595AB}" type="presParOf" srcId="{4F4DC239-535A-45DF-8931-B50C1AC37575}" destId="{C3C59A00-F2C4-4229-A6A8-2CB50D7D4F64}" srcOrd="0" destOrd="0" presId="urn:microsoft.com/office/officeart/2005/8/layout/process4"/>
    <dgm:cxn modelId="{F0A58A45-4A07-483E-83D4-3241A2F1A88A}" type="presParOf" srcId="{EB98CA7D-B4B5-43A7-B90E-E656CEDC5BE0}" destId="{3E189919-85A3-468D-AFCD-A187922BE71F}" srcOrd="9" destOrd="0" presId="urn:microsoft.com/office/officeart/2005/8/layout/process4"/>
    <dgm:cxn modelId="{D8CB6EE6-4EFB-4207-85CE-E2323A9CECB5}" type="presParOf" srcId="{EB98CA7D-B4B5-43A7-B90E-E656CEDC5BE0}" destId="{676907CA-9BB5-4FFD-980C-5BB390D477C7}" srcOrd="10" destOrd="0" presId="urn:microsoft.com/office/officeart/2005/8/layout/process4"/>
    <dgm:cxn modelId="{2BF521CD-639C-4200-8E52-8CEF9A22E013}" type="presParOf" srcId="{676907CA-9BB5-4FFD-980C-5BB390D477C7}" destId="{463E514E-F750-40C3-8289-E14D238211A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58441-DFF8-4218-B2C1-3F801D8F42BB}">
      <dsp:nvSpPr>
        <dsp:cNvPr id="0" name=""/>
        <dsp:cNvSpPr/>
      </dsp:nvSpPr>
      <dsp:spPr>
        <a:xfrm>
          <a:off x="0" y="0"/>
          <a:ext cx="519588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D02DB3-75E6-43A6-B052-AE8C12654DAB}">
      <dsp:nvSpPr>
        <dsp:cNvPr id="0" name=""/>
        <dsp:cNvSpPr/>
      </dsp:nvSpPr>
      <dsp:spPr>
        <a:xfrm>
          <a:off x="0" y="0"/>
          <a:ext cx="5195889" cy="49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¿Qué es?</a:t>
          </a:r>
          <a:endParaRPr lang="en-US" sz="1400" kern="1200"/>
        </a:p>
      </dsp:txBody>
      <dsp:txXfrm>
        <a:off x="0" y="0"/>
        <a:ext cx="5195889" cy="491490"/>
      </dsp:txXfrm>
    </dsp:sp>
    <dsp:sp modelId="{9C668D0D-387C-4E7A-BE7B-689D2256472F}">
      <dsp:nvSpPr>
        <dsp:cNvPr id="0" name=""/>
        <dsp:cNvSpPr/>
      </dsp:nvSpPr>
      <dsp:spPr>
        <a:xfrm>
          <a:off x="0" y="491490"/>
          <a:ext cx="5195889" cy="0"/>
        </a:xfrm>
        <a:prstGeom prst="line">
          <a:avLst/>
        </a:prstGeom>
        <a:solidFill>
          <a:schemeClr val="accent2">
            <a:hueOff val="-58173"/>
            <a:satOff val="-499"/>
            <a:lumOff val="-3305"/>
            <a:alphaOff val="0"/>
          </a:schemeClr>
        </a:solidFill>
        <a:ln w="12700" cap="flat" cmpd="sng" algn="ctr">
          <a:solidFill>
            <a:schemeClr val="accent2">
              <a:hueOff val="-58173"/>
              <a:satOff val="-499"/>
              <a:lumOff val="-33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F5253F-31DB-4364-984D-3783AD1F5542}">
      <dsp:nvSpPr>
        <dsp:cNvPr id="0" name=""/>
        <dsp:cNvSpPr/>
      </dsp:nvSpPr>
      <dsp:spPr>
        <a:xfrm>
          <a:off x="0" y="491490"/>
          <a:ext cx="5195889" cy="49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¿Cómo se inicia?</a:t>
          </a:r>
          <a:endParaRPr lang="en-US" sz="1400" kern="1200"/>
        </a:p>
      </dsp:txBody>
      <dsp:txXfrm>
        <a:off x="0" y="491490"/>
        <a:ext cx="5195889" cy="491490"/>
      </dsp:txXfrm>
    </dsp:sp>
    <dsp:sp modelId="{4F237521-A2DD-4786-BA39-8592623A3921}">
      <dsp:nvSpPr>
        <dsp:cNvPr id="0" name=""/>
        <dsp:cNvSpPr/>
      </dsp:nvSpPr>
      <dsp:spPr>
        <a:xfrm>
          <a:off x="0" y="982980"/>
          <a:ext cx="5195889" cy="0"/>
        </a:xfrm>
        <a:prstGeom prst="line">
          <a:avLst/>
        </a:prstGeom>
        <a:solidFill>
          <a:schemeClr val="accent2">
            <a:hueOff val="-116347"/>
            <a:satOff val="-997"/>
            <a:lumOff val="-6611"/>
            <a:alphaOff val="0"/>
          </a:schemeClr>
        </a:solidFill>
        <a:ln w="12700" cap="flat" cmpd="sng" algn="ctr">
          <a:solidFill>
            <a:schemeClr val="accent2">
              <a:hueOff val="-116347"/>
              <a:satOff val="-997"/>
              <a:lumOff val="-66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BA0300-8A47-4116-9D72-DEF01A999D0A}">
      <dsp:nvSpPr>
        <dsp:cNvPr id="0" name=""/>
        <dsp:cNvSpPr/>
      </dsp:nvSpPr>
      <dsp:spPr>
        <a:xfrm>
          <a:off x="0" y="982980"/>
          <a:ext cx="5195889" cy="49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¿Qué datos debe contener?</a:t>
          </a:r>
          <a:endParaRPr lang="en-US" sz="1400" kern="1200"/>
        </a:p>
      </dsp:txBody>
      <dsp:txXfrm>
        <a:off x="0" y="982980"/>
        <a:ext cx="5195889" cy="491490"/>
      </dsp:txXfrm>
    </dsp:sp>
    <dsp:sp modelId="{1AA14C37-256A-4A08-A305-C55B8DEA00C5}">
      <dsp:nvSpPr>
        <dsp:cNvPr id="0" name=""/>
        <dsp:cNvSpPr/>
      </dsp:nvSpPr>
      <dsp:spPr>
        <a:xfrm>
          <a:off x="0" y="1474469"/>
          <a:ext cx="5195889" cy="0"/>
        </a:xfrm>
        <a:prstGeom prst="line">
          <a:avLst/>
        </a:prstGeom>
        <a:solidFill>
          <a:schemeClr val="accent2">
            <a:hueOff val="-174520"/>
            <a:satOff val="-1496"/>
            <a:lumOff val="-9916"/>
            <a:alphaOff val="0"/>
          </a:schemeClr>
        </a:solidFill>
        <a:ln w="12700" cap="flat" cmpd="sng" algn="ctr">
          <a:solidFill>
            <a:schemeClr val="accent2">
              <a:hueOff val="-174520"/>
              <a:satOff val="-1496"/>
              <a:lumOff val="-99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96BB4F-FD8B-4CDE-BA67-373A12964978}">
      <dsp:nvSpPr>
        <dsp:cNvPr id="0" name=""/>
        <dsp:cNvSpPr/>
      </dsp:nvSpPr>
      <dsp:spPr>
        <a:xfrm>
          <a:off x="0" y="1474469"/>
          <a:ext cx="5195889" cy="49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Acciones privativas de la libertad. Medidas de coerción personal</a:t>
          </a:r>
          <a:endParaRPr lang="en-US" sz="1400" kern="1200" dirty="0"/>
        </a:p>
      </dsp:txBody>
      <dsp:txXfrm>
        <a:off x="0" y="1474469"/>
        <a:ext cx="5195889" cy="491490"/>
      </dsp:txXfrm>
    </dsp:sp>
    <dsp:sp modelId="{7A98D8DC-3B66-45E3-A505-E5472D7C197F}">
      <dsp:nvSpPr>
        <dsp:cNvPr id="0" name=""/>
        <dsp:cNvSpPr/>
      </dsp:nvSpPr>
      <dsp:spPr>
        <a:xfrm>
          <a:off x="0" y="1965960"/>
          <a:ext cx="5195889" cy="0"/>
        </a:xfrm>
        <a:prstGeom prst="line">
          <a:avLst/>
        </a:prstGeom>
        <a:solidFill>
          <a:schemeClr val="accent2">
            <a:hueOff val="-232693"/>
            <a:satOff val="-1994"/>
            <a:lumOff val="-13221"/>
            <a:alphaOff val="0"/>
          </a:schemeClr>
        </a:solidFill>
        <a:ln w="12700" cap="flat" cmpd="sng" algn="ctr">
          <a:solidFill>
            <a:schemeClr val="accent2">
              <a:hueOff val="-232693"/>
              <a:satOff val="-1994"/>
              <a:lumOff val="-13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A66D338-6519-41B5-80EC-93C5FB56AF84}">
      <dsp:nvSpPr>
        <dsp:cNvPr id="0" name=""/>
        <dsp:cNvSpPr/>
      </dsp:nvSpPr>
      <dsp:spPr>
        <a:xfrm>
          <a:off x="0" y="1965960"/>
          <a:ext cx="5195889" cy="49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Delitos típicos.</a:t>
          </a:r>
          <a:endParaRPr lang="en-US" sz="1400" kern="1200"/>
        </a:p>
      </dsp:txBody>
      <dsp:txXfrm>
        <a:off x="0" y="1965960"/>
        <a:ext cx="5195889" cy="491490"/>
      </dsp:txXfrm>
    </dsp:sp>
    <dsp:sp modelId="{D99B6E0F-2D1E-4081-A612-CCB1ACFE3896}">
      <dsp:nvSpPr>
        <dsp:cNvPr id="0" name=""/>
        <dsp:cNvSpPr/>
      </dsp:nvSpPr>
      <dsp:spPr>
        <a:xfrm>
          <a:off x="0" y="2457449"/>
          <a:ext cx="5195889" cy="0"/>
        </a:xfrm>
        <a:prstGeom prst="line">
          <a:avLst/>
        </a:prstGeom>
        <a:solidFill>
          <a:schemeClr val="accent2">
            <a:hueOff val="-290866"/>
            <a:satOff val="-2493"/>
            <a:lumOff val="-16526"/>
            <a:alphaOff val="0"/>
          </a:schemeClr>
        </a:solidFill>
        <a:ln w="12700" cap="flat" cmpd="sng" algn="ctr">
          <a:solidFill>
            <a:schemeClr val="accent2">
              <a:hueOff val="-290866"/>
              <a:satOff val="-2493"/>
              <a:lumOff val="-165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B2B768-6DCC-4A3E-9868-20627CC93F9B}">
      <dsp:nvSpPr>
        <dsp:cNvPr id="0" name=""/>
        <dsp:cNvSpPr/>
      </dsp:nvSpPr>
      <dsp:spPr>
        <a:xfrm>
          <a:off x="0" y="2457450"/>
          <a:ext cx="5195889" cy="49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Actuaciones complementarias. Actas, notificaciones, etc.</a:t>
          </a:r>
          <a:endParaRPr lang="en-US" sz="1400" kern="1200"/>
        </a:p>
      </dsp:txBody>
      <dsp:txXfrm>
        <a:off x="0" y="2457450"/>
        <a:ext cx="5195889" cy="491490"/>
      </dsp:txXfrm>
    </dsp:sp>
    <dsp:sp modelId="{2D387EAC-3FDB-497B-94CA-076DB5677FA7}">
      <dsp:nvSpPr>
        <dsp:cNvPr id="0" name=""/>
        <dsp:cNvSpPr/>
      </dsp:nvSpPr>
      <dsp:spPr>
        <a:xfrm>
          <a:off x="0" y="2948939"/>
          <a:ext cx="5195889" cy="0"/>
        </a:xfrm>
        <a:prstGeom prst="line">
          <a:avLst/>
        </a:prstGeom>
        <a:solidFill>
          <a:schemeClr val="accent2">
            <a:hueOff val="-349040"/>
            <a:satOff val="-2991"/>
            <a:lumOff val="-19832"/>
            <a:alphaOff val="0"/>
          </a:schemeClr>
        </a:solidFill>
        <a:ln w="12700" cap="flat" cmpd="sng" algn="ctr">
          <a:solidFill>
            <a:schemeClr val="accent2">
              <a:hueOff val="-349040"/>
              <a:satOff val="-2991"/>
              <a:lumOff val="-198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20243D-22EC-4667-A642-5379EBC2D0E2}">
      <dsp:nvSpPr>
        <dsp:cNvPr id="0" name=""/>
        <dsp:cNvSpPr/>
      </dsp:nvSpPr>
      <dsp:spPr>
        <a:xfrm>
          <a:off x="0" y="2948940"/>
          <a:ext cx="5195889" cy="49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Protocolos.</a:t>
          </a:r>
          <a:endParaRPr lang="en-US" sz="1400" kern="1200"/>
        </a:p>
      </dsp:txBody>
      <dsp:txXfrm>
        <a:off x="0" y="2948940"/>
        <a:ext cx="5195889" cy="491490"/>
      </dsp:txXfrm>
    </dsp:sp>
    <dsp:sp modelId="{7B33EF7C-2C96-4149-965E-F6533A023E6B}">
      <dsp:nvSpPr>
        <dsp:cNvPr id="0" name=""/>
        <dsp:cNvSpPr/>
      </dsp:nvSpPr>
      <dsp:spPr>
        <a:xfrm>
          <a:off x="0" y="3440430"/>
          <a:ext cx="5195889" cy="0"/>
        </a:xfrm>
        <a:prstGeom prst="line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B1D65A-0021-4B29-AFDE-FD80A076F1B1}">
      <dsp:nvSpPr>
        <dsp:cNvPr id="0" name=""/>
        <dsp:cNvSpPr/>
      </dsp:nvSpPr>
      <dsp:spPr>
        <a:xfrm>
          <a:off x="0" y="3440430"/>
          <a:ext cx="5195889" cy="49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Comunicación con el Fiscal.</a:t>
          </a:r>
          <a:endParaRPr lang="en-US" sz="1400" kern="1200"/>
        </a:p>
      </dsp:txBody>
      <dsp:txXfrm>
        <a:off x="0" y="3440430"/>
        <a:ext cx="5195889" cy="4914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13B01-DD32-40D1-BC27-BFADD4789446}">
      <dsp:nvSpPr>
        <dsp:cNvPr id="0" name=""/>
        <dsp:cNvSpPr/>
      </dsp:nvSpPr>
      <dsp:spPr>
        <a:xfrm>
          <a:off x="0" y="198707"/>
          <a:ext cx="6581776" cy="1029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400" kern="1200" dirty="0"/>
            <a:t>De oficio.</a:t>
          </a:r>
          <a:endParaRPr lang="en-US" sz="4400" kern="1200" dirty="0"/>
        </a:p>
      </dsp:txBody>
      <dsp:txXfrm>
        <a:off x="50261" y="248968"/>
        <a:ext cx="6481254" cy="929078"/>
      </dsp:txXfrm>
    </dsp:sp>
    <dsp:sp modelId="{D3408BA4-DBC3-4ADC-BA8B-48B76A60791D}">
      <dsp:nvSpPr>
        <dsp:cNvPr id="0" name=""/>
        <dsp:cNvSpPr/>
      </dsp:nvSpPr>
      <dsp:spPr>
        <a:xfrm>
          <a:off x="0" y="1534826"/>
          <a:ext cx="6581776" cy="102960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400" kern="1200" dirty="0"/>
            <a:t>Flagrancia.</a:t>
          </a:r>
          <a:endParaRPr lang="en-US" sz="4400" kern="1200" dirty="0"/>
        </a:p>
      </dsp:txBody>
      <dsp:txXfrm>
        <a:off x="50261" y="1585087"/>
        <a:ext cx="6481254" cy="929078"/>
      </dsp:txXfrm>
    </dsp:sp>
    <dsp:sp modelId="{A694D47F-1E6B-4B1F-8A71-2CD2FF17EA58}">
      <dsp:nvSpPr>
        <dsp:cNvPr id="0" name=""/>
        <dsp:cNvSpPr/>
      </dsp:nvSpPr>
      <dsp:spPr>
        <a:xfrm>
          <a:off x="0" y="3003720"/>
          <a:ext cx="6581776" cy="10296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400" kern="1200" dirty="0"/>
            <a:t>Comisión, requerimiento.</a:t>
          </a:r>
          <a:endParaRPr lang="en-US" sz="4400" kern="1200" dirty="0"/>
        </a:p>
      </dsp:txBody>
      <dsp:txXfrm>
        <a:off x="50261" y="3053981"/>
        <a:ext cx="6481254" cy="9290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82351-60AA-4F6B-9585-7738E57C8BB5}">
      <dsp:nvSpPr>
        <dsp:cNvPr id="0" name=""/>
        <dsp:cNvSpPr/>
      </dsp:nvSpPr>
      <dsp:spPr>
        <a:xfrm>
          <a:off x="0" y="576"/>
          <a:ext cx="65817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90BAE-2981-4C39-ADBC-D2D355B98BE7}">
      <dsp:nvSpPr>
        <dsp:cNvPr id="0" name=""/>
        <dsp:cNvSpPr/>
      </dsp:nvSpPr>
      <dsp:spPr>
        <a:xfrm>
          <a:off x="0" y="576"/>
          <a:ext cx="6581776" cy="67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Datos del personal actuante.</a:t>
          </a:r>
          <a:endParaRPr lang="en-US" sz="1900" kern="1200"/>
        </a:p>
      </dsp:txBody>
      <dsp:txXfrm>
        <a:off x="0" y="576"/>
        <a:ext cx="6581776" cy="674749"/>
      </dsp:txXfrm>
    </dsp:sp>
    <dsp:sp modelId="{B0F5BD2B-7551-42F8-BD79-9ACBE165B06D}">
      <dsp:nvSpPr>
        <dsp:cNvPr id="0" name=""/>
        <dsp:cNvSpPr/>
      </dsp:nvSpPr>
      <dsp:spPr>
        <a:xfrm>
          <a:off x="0" y="675326"/>
          <a:ext cx="6581776" cy="0"/>
        </a:xfrm>
        <a:prstGeom prst="line">
          <a:avLst/>
        </a:prstGeom>
        <a:solidFill>
          <a:schemeClr val="accent5">
            <a:hueOff val="3168157"/>
            <a:satOff val="-4443"/>
            <a:lumOff val="-458"/>
            <a:alphaOff val="0"/>
          </a:schemeClr>
        </a:solidFill>
        <a:ln w="12700" cap="flat" cmpd="sng" algn="ctr">
          <a:solidFill>
            <a:schemeClr val="accent5">
              <a:hueOff val="3168157"/>
              <a:satOff val="-4443"/>
              <a:lumOff val="-4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9C49E-F5FD-4ABA-99FF-37EB4B291AB6}">
      <dsp:nvSpPr>
        <dsp:cNvPr id="0" name=""/>
        <dsp:cNvSpPr/>
      </dsp:nvSpPr>
      <dsp:spPr>
        <a:xfrm>
          <a:off x="0" y="675326"/>
          <a:ext cx="6581776" cy="67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Lugar.</a:t>
          </a:r>
          <a:endParaRPr lang="en-US" sz="1900" kern="1200"/>
        </a:p>
      </dsp:txBody>
      <dsp:txXfrm>
        <a:off x="0" y="675326"/>
        <a:ext cx="6581776" cy="674749"/>
      </dsp:txXfrm>
    </dsp:sp>
    <dsp:sp modelId="{BAE1591A-42A5-4720-9925-12046C65AE46}">
      <dsp:nvSpPr>
        <dsp:cNvPr id="0" name=""/>
        <dsp:cNvSpPr/>
      </dsp:nvSpPr>
      <dsp:spPr>
        <a:xfrm>
          <a:off x="0" y="1350075"/>
          <a:ext cx="6581776" cy="0"/>
        </a:xfrm>
        <a:prstGeom prst="line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C5BFD-6B7F-4CFD-B38A-28782BFA2BB5}">
      <dsp:nvSpPr>
        <dsp:cNvPr id="0" name=""/>
        <dsp:cNvSpPr/>
      </dsp:nvSpPr>
      <dsp:spPr>
        <a:xfrm>
          <a:off x="0" y="1350075"/>
          <a:ext cx="6581776" cy="67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Cronología.</a:t>
          </a:r>
          <a:endParaRPr lang="en-US" sz="1900" kern="1200"/>
        </a:p>
      </dsp:txBody>
      <dsp:txXfrm>
        <a:off x="0" y="1350075"/>
        <a:ext cx="6581776" cy="674749"/>
      </dsp:txXfrm>
    </dsp:sp>
    <dsp:sp modelId="{83D542DD-8606-4C25-BBEA-9CD3B213F3AE}">
      <dsp:nvSpPr>
        <dsp:cNvPr id="0" name=""/>
        <dsp:cNvSpPr/>
      </dsp:nvSpPr>
      <dsp:spPr>
        <a:xfrm>
          <a:off x="0" y="2024825"/>
          <a:ext cx="6581776" cy="0"/>
        </a:xfrm>
        <a:prstGeom prst="line">
          <a:avLst/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accent5">
              <a:hueOff val="9504470"/>
              <a:satOff val="-13330"/>
              <a:lumOff val="-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BA0BF-F7ED-4AF2-B9A3-2A489267E3D5}">
      <dsp:nvSpPr>
        <dsp:cNvPr id="0" name=""/>
        <dsp:cNvSpPr/>
      </dsp:nvSpPr>
      <dsp:spPr>
        <a:xfrm>
          <a:off x="0" y="2024825"/>
          <a:ext cx="6581776" cy="67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Circunstancias (patrullaje, comisión, colaboración, ).</a:t>
          </a:r>
          <a:endParaRPr lang="en-US" sz="1900" kern="1200"/>
        </a:p>
      </dsp:txBody>
      <dsp:txXfrm>
        <a:off x="0" y="2024825"/>
        <a:ext cx="6581776" cy="674749"/>
      </dsp:txXfrm>
    </dsp:sp>
    <dsp:sp modelId="{202D0080-00FD-4916-BAE4-701042A2B352}">
      <dsp:nvSpPr>
        <dsp:cNvPr id="0" name=""/>
        <dsp:cNvSpPr/>
      </dsp:nvSpPr>
      <dsp:spPr>
        <a:xfrm>
          <a:off x="0" y="2699574"/>
          <a:ext cx="6581776" cy="0"/>
        </a:xfrm>
        <a:prstGeom prst="line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74D2F-F7D7-4AC8-9774-950F8D95E5C8}">
      <dsp:nvSpPr>
        <dsp:cNvPr id="0" name=""/>
        <dsp:cNvSpPr/>
      </dsp:nvSpPr>
      <dsp:spPr>
        <a:xfrm>
          <a:off x="0" y="2699574"/>
          <a:ext cx="6581776" cy="67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Personal interviniente, presentes, colaboradores, testigos, etc.</a:t>
          </a:r>
          <a:endParaRPr lang="en-US" sz="1900" kern="1200"/>
        </a:p>
      </dsp:txBody>
      <dsp:txXfrm>
        <a:off x="0" y="2699574"/>
        <a:ext cx="6581776" cy="674749"/>
      </dsp:txXfrm>
    </dsp:sp>
    <dsp:sp modelId="{7C112F9A-9A0F-4C92-B155-7AF222A23177}">
      <dsp:nvSpPr>
        <dsp:cNvPr id="0" name=""/>
        <dsp:cNvSpPr/>
      </dsp:nvSpPr>
      <dsp:spPr>
        <a:xfrm>
          <a:off x="0" y="3374324"/>
          <a:ext cx="6581776" cy="0"/>
        </a:xfrm>
        <a:prstGeom prst="line">
          <a:avLst/>
        </a:prstGeom>
        <a:solidFill>
          <a:schemeClr val="accent5">
            <a:hueOff val="15840784"/>
            <a:satOff val="-22217"/>
            <a:lumOff val="-2288"/>
            <a:alphaOff val="0"/>
          </a:schemeClr>
        </a:solidFill>
        <a:ln w="12700" cap="flat" cmpd="sng" algn="ctr">
          <a:solidFill>
            <a:schemeClr val="accent5">
              <a:hueOff val="15840784"/>
              <a:satOff val="-22217"/>
              <a:lumOff val="-22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6DE7C4-6241-4588-BD2E-7C4B2AEF9DDC}">
      <dsp:nvSpPr>
        <dsp:cNvPr id="0" name=""/>
        <dsp:cNvSpPr/>
      </dsp:nvSpPr>
      <dsp:spPr>
        <a:xfrm>
          <a:off x="0" y="3374324"/>
          <a:ext cx="6581776" cy="67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Relato minucioso, detallado y claro.</a:t>
          </a:r>
          <a:endParaRPr lang="en-US" sz="1900" kern="1200"/>
        </a:p>
      </dsp:txBody>
      <dsp:txXfrm>
        <a:off x="0" y="3374324"/>
        <a:ext cx="6581776" cy="674749"/>
      </dsp:txXfrm>
    </dsp:sp>
    <dsp:sp modelId="{765C8CCD-0D45-4E8B-B904-F89E016166E0}">
      <dsp:nvSpPr>
        <dsp:cNvPr id="0" name=""/>
        <dsp:cNvSpPr/>
      </dsp:nvSpPr>
      <dsp:spPr>
        <a:xfrm>
          <a:off x="0" y="4049073"/>
          <a:ext cx="6581776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ECCE7-3B7A-4FC9-80A1-747F5B4CEBF4}">
      <dsp:nvSpPr>
        <dsp:cNvPr id="0" name=""/>
        <dsp:cNvSpPr/>
      </dsp:nvSpPr>
      <dsp:spPr>
        <a:xfrm>
          <a:off x="0" y="4049073"/>
          <a:ext cx="6581776" cy="67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Cierre.</a:t>
          </a:r>
          <a:endParaRPr lang="en-US" sz="1900" kern="1200"/>
        </a:p>
      </dsp:txBody>
      <dsp:txXfrm>
        <a:off x="0" y="4049073"/>
        <a:ext cx="6581776" cy="6747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197674-BD26-4758-A1FC-420DB4817AAA}">
      <dsp:nvSpPr>
        <dsp:cNvPr id="0" name=""/>
        <dsp:cNvSpPr/>
      </dsp:nvSpPr>
      <dsp:spPr>
        <a:xfrm>
          <a:off x="0" y="67644"/>
          <a:ext cx="6581776" cy="5703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 dirty="0"/>
            <a:t>Hurto/tentativa. Agravante</a:t>
          </a:r>
          <a:endParaRPr lang="en-US" sz="1300" kern="1200" dirty="0"/>
        </a:p>
      </dsp:txBody>
      <dsp:txXfrm>
        <a:off x="27843" y="95487"/>
        <a:ext cx="6526090" cy="514689"/>
      </dsp:txXfrm>
    </dsp:sp>
    <dsp:sp modelId="{5566043D-15F1-4441-9344-433AD9A4AF97}">
      <dsp:nvSpPr>
        <dsp:cNvPr id="0" name=""/>
        <dsp:cNvSpPr/>
      </dsp:nvSpPr>
      <dsp:spPr>
        <a:xfrm>
          <a:off x="0" y="675459"/>
          <a:ext cx="6581776" cy="5703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Robo/</a:t>
          </a:r>
          <a:r>
            <a:rPr lang="en-US" sz="1300" kern="1200" dirty="0" err="1"/>
            <a:t>tentativa</a:t>
          </a:r>
          <a:r>
            <a:rPr lang="en-US" sz="1300" kern="1200" dirty="0"/>
            <a:t>. Agravante</a:t>
          </a:r>
        </a:p>
      </dsp:txBody>
      <dsp:txXfrm>
        <a:off x="27843" y="703302"/>
        <a:ext cx="6526090" cy="514689"/>
      </dsp:txXfrm>
    </dsp:sp>
    <dsp:sp modelId="{56ABAAC7-0D26-4E73-A509-42E07E48C1D3}">
      <dsp:nvSpPr>
        <dsp:cNvPr id="0" name=""/>
        <dsp:cNvSpPr/>
      </dsp:nvSpPr>
      <dsp:spPr>
        <a:xfrm>
          <a:off x="0" y="1283274"/>
          <a:ext cx="6581776" cy="5703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Encubrimiento/ adulteracion.</a:t>
          </a:r>
        </a:p>
      </dsp:txBody>
      <dsp:txXfrm>
        <a:off x="27843" y="1311117"/>
        <a:ext cx="6526090" cy="514689"/>
      </dsp:txXfrm>
    </dsp:sp>
    <dsp:sp modelId="{B81945F4-CF86-4084-A365-B2F6A8216B59}">
      <dsp:nvSpPr>
        <dsp:cNvPr id="0" name=""/>
        <dsp:cNvSpPr/>
      </dsp:nvSpPr>
      <dsp:spPr>
        <a:xfrm>
          <a:off x="0" y="1891089"/>
          <a:ext cx="6581776" cy="5703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Contexto de violencia de género.</a:t>
          </a:r>
        </a:p>
      </dsp:txBody>
      <dsp:txXfrm>
        <a:off x="27843" y="1918932"/>
        <a:ext cx="6526090" cy="514689"/>
      </dsp:txXfrm>
    </dsp:sp>
    <dsp:sp modelId="{1A9CDB1A-074D-4191-9F09-4A71CC15E7D1}">
      <dsp:nvSpPr>
        <dsp:cNvPr id="0" name=""/>
        <dsp:cNvSpPr/>
      </dsp:nvSpPr>
      <dsp:spPr>
        <a:xfrm>
          <a:off x="0" y="2498904"/>
          <a:ext cx="6581776" cy="5703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Tenencia, portación armas.</a:t>
          </a:r>
        </a:p>
      </dsp:txBody>
      <dsp:txXfrm>
        <a:off x="27843" y="2526747"/>
        <a:ext cx="6526090" cy="514689"/>
      </dsp:txXfrm>
    </dsp:sp>
    <dsp:sp modelId="{42135539-AFEC-49E8-A479-E3B4C03B2914}">
      <dsp:nvSpPr>
        <dsp:cNvPr id="0" name=""/>
        <dsp:cNvSpPr/>
      </dsp:nvSpPr>
      <dsp:spPr>
        <a:xfrm>
          <a:off x="0" y="3106719"/>
          <a:ext cx="6581776" cy="5703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Desobediencia, Resistencia/ atentado contra la autoridad.</a:t>
          </a:r>
        </a:p>
      </dsp:txBody>
      <dsp:txXfrm>
        <a:off x="27843" y="3134562"/>
        <a:ext cx="6526090" cy="514689"/>
      </dsp:txXfrm>
    </dsp:sp>
    <dsp:sp modelId="{5D42C86A-0C8F-4662-A353-BFEDB9839384}">
      <dsp:nvSpPr>
        <dsp:cNvPr id="0" name=""/>
        <dsp:cNvSpPr/>
      </dsp:nvSpPr>
      <dsp:spPr>
        <a:xfrm>
          <a:off x="0" y="3714534"/>
          <a:ext cx="6581776" cy="5703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Tenencia simple de estupefacientes.</a:t>
          </a:r>
        </a:p>
      </dsp:txBody>
      <dsp:txXfrm>
        <a:off x="27843" y="3742377"/>
        <a:ext cx="6526090" cy="514689"/>
      </dsp:txXfrm>
    </dsp:sp>
    <dsp:sp modelId="{F8AB1E73-4099-42C4-A6A5-03D1A7C564E4}">
      <dsp:nvSpPr>
        <dsp:cNvPr id="0" name=""/>
        <dsp:cNvSpPr/>
      </dsp:nvSpPr>
      <dsp:spPr>
        <a:xfrm>
          <a:off x="0" y="4322349"/>
          <a:ext cx="6581776" cy="5703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Daño.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Amenazas</a:t>
          </a:r>
          <a:r>
            <a:rPr lang="en-US" sz="1300" kern="1200" dirty="0"/>
            <a:t>.</a:t>
          </a:r>
        </a:p>
      </dsp:txBody>
      <dsp:txXfrm>
        <a:off x="27843" y="4350192"/>
        <a:ext cx="6526090" cy="5146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3701E3-74B2-4E7C-8E29-45E657A2E1CF}">
      <dsp:nvSpPr>
        <dsp:cNvPr id="0" name=""/>
        <dsp:cNvSpPr/>
      </dsp:nvSpPr>
      <dsp:spPr>
        <a:xfrm>
          <a:off x="0" y="576"/>
          <a:ext cx="65817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894B7-5C58-4BF6-9903-F6C4246BBB8E}">
      <dsp:nvSpPr>
        <dsp:cNvPr id="0" name=""/>
        <dsp:cNvSpPr/>
      </dsp:nvSpPr>
      <dsp:spPr>
        <a:xfrm>
          <a:off x="0" y="576"/>
          <a:ext cx="6581776" cy="94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000" kern="1200"/>
            <a:t>Contra la integridad sexual.</a:t>
          </a:r>
          <a:endParaRPr lang="en-US" sz="4000" kern="1200"/>
        </a:p>
      </dsp:txBody>
      <dsp:txXfrm>
        <a:off x="0" y="576"/>
        <a:ext cx="6581776" cy="944649"/>
      </dsp:txXfrm>
    </dsp:sp>
    <dsp:sp modelId="{E5D20E06-1F6B-430E-AC92-DC06DEE4DCDD}">
      <dsp:nvSpPr>
        <dsp:cNvPr id="0" name=""/>
        <dsp:cNvSpPr/>
      </dsp:nvSpPr>
      <dsp:spPr>
        <a:xfrm>
          <a:off x="0" y="945226"/>
          <a:ext cx="6581776" cy="0"/>
        </a:xfrm>
        <a:prstGeom prst="line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accent2">
              <a:hueOff val="-101803"/>
              <a:satOff val="-873"/>
              <a:lumOff val="-5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75E71-FA4F-40D4-8B10-E2E6E734C534}">
      <dsp:nvSpPr>
        <dsp:cNvPr id="0" name=""/>
        <dsp:cNvSpPr/>
      </dsp:nvSpPr>
      <dsp:spPr>
        <a:xfrm>
          <a:off x="0" y="945226"/>
          <a:ext cx="6581776" cy="94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000" kern="1200"/>
            <a:t>Homicidio doloso/tentativa.</a:t>
          </a:r>
          <a:endParaRPr lang="en-US" sz="4000" kern="1200"/>
        </a:p>
      </dsp:txBody>
      <dsp:txXfrm>
        <a:off x="0" y="945226"/>
        <a:ext cx="6581776" cy="944649"/>
      </dsp:txXfrm>
    </dsp:sp>
    <dsp:sp modelId="{0286A754-36BB-4797-9DF4-B454F725B6A3}">
      <dsp:nvSpPr>
        <dsp:cNvPr id="0" name=""/>
        <dsp:cNvSpPr/>
      </dsp:nvSpPr>
      <dsp:spPr>
        <a:xfrm>
          <a:off x="0" y="1889875"/>
          <a:ext cx="6581776" cy="0"/>
        </a:xfrm>
        <a:prstGeom prst="line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accent2">
              <a:hueOff val="-203606"/>
              <a:satOff val="-1745"/>
              <a:lumOff val="-1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01D15-9B22-48B7-BF62-8942AED2AB19}">
      <dsp:nvSpPr>
        <dsp:cNvPr id="0" name=""/>
        <dsp:cNvSpPr/>
      </dsp:nvSpPr>
      <dsp:spPr>
        <a:xfrm>
          <a:off x="0" y="1889875"/>
          <a:ext cx="6581776" cy="94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000" kern="1200"/>
            <a:t>Abuso de arma.</a:t>
          </a:r>
          <a:endParaRPr lang="en-US" sz="4000" kern="1200"/>
        </a:p>
      </dsp:txBody>
      <dsp:txXfrm>
        <a:off x="0" y="1889875"/>
        <a:ext cx="6581776" cy="944649"/>
      </dsp:txXfrm>
    </dsp:sp>
    <dsp:sp modelId="{0216239A-EC29-4D37-B91A-DA686463581D}">
      <dsp:nvSpPr>
        <dsp:cNvPr id="0" name=""/>
        <dsp:cNvSpPr/>
      </dsp:nvSpPr>
      <dsp:spPr>
        <a:xfrm>
          <a:off x="0" y="2834524"/>
          <a:ext cx="6581776" cy="0"/>
        </a:xfrm>
        <a:prstGeom prst="line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accent2">
              <a:hueOff val="-305410"/>
              <a:satOff val="-2618"/>
              <a:lumOff val="-1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2559B-E28B-4D74-8FBB-B8FFE7977AA0}">
      <dsp:nvSpPr>
        <dsp:cNvPr id="0" name=""/>
        <dsp:cNvSpPr/>
      </dsp:nvSpPr>
      <dsp:spPr>
        <a:xfrm>
          <a:off x="0" y="2834524"/>
          <a:ext cx="6581776" cy="94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L.C.A.T.</a:t>
          </a:r>
        </a:p>
      </dsp:txBody>
      <dsp:txXfrm>
        <a:off x="0" y="2834524"/>
        <a:ext cx="6581776" cy="944649"/>
      </dsp:txXfrm>
    </dsp:sp>
    <dsp:sp modelId="{D01041E1-0F8E-4E54-B92D-29085EBE1D08}">
      <dsp:nvSpPr>
        <dsp:cNvPr id="0" name=""/>
        <dsp:cNvSpPr/>
      </dsp:nvSpPr>
      <dsp:spPr>
        <a:xfrm>
          <a:off x="0" y="3779173"/>
          <a:ext cx="6581776" cy="0"/>
        </a:xfrm>
        <a:prstGeom prst="line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3F541-2AF9-4957-AC09-A8A1C299CE0E}">
      <dsp:nvSpPr>
        <dsp:cNvPr id="0" name=""/>
        <dsp:cNvSpPr/>
      </dsp:nvSpPr>
      <dsp:spPr>
        <a:xfrm>
          <a:off x="0" y="3779173"/>
          <a:ext cx="6581776" cy="94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Otros.</a:t>
          </a:r>
        </a:p>
      </dsp:txBody>
      <dsp:txXfrm>
        <a:off x="0" y="3779173"/>
        <a:ext cx="6581776" cy="9446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63532-22D6-4258-B88D-3CB25578A4D1}">
      <dsp:nvSpPr>
        <dsp:cNvPr id="0" name=""/>
        <dsp:cNvSpPr/>
      </dsp:nvSpPr>
      <dsp:spPr>
        <a:xfrm>
          <a:off x="0" y="562919"/>
          <a:ext cx="6581776" cy="65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Art. 211° ARRESTO</a:t>
          </a:r>
          <a:endParaRPr lang="en-US" sz="2800" kern="1200"/>
        </a:p>
      </dsp:txBody>
      <dsp:txXfrm>
        <a:off x="31984" y="594903"/>
        <a:ext cx="6517808" cy="591232"/>
      </dsp:txXfrm>
    </dsp:sp>
    <dsp:sp modelId="{ED113624-0AB1-4DED-9441-4FABDB662093}">
      <dsp:nvSpPr>
        <dsp:cNvPr id="0" name=""/>
        <dsp:cNvSpPr/>
      </dsp:nvSpPr>
      <dsp:spPr>
        <a:xfrm>
          <a:off x="0" y="1298759"/>
          <a:ext cx="6581776" cy="655200"/>
        </a:xfrm>
        <a:prstGeom prst="round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Art. 212° APREHENSIÓN</a:t>
          </a:r>
          <a:endParaRPr lang="en-US" sz="2800" kern="1200"/>
        </a:p>
      </dsp:txBody>
      <dsp:txXfrm>
        <a:off x="31984" y="1330743"/>
        <a:ext cx="6517808" cy="591232"/>
      </dsp:txXfrm>
    </dsp:sp>
    <dsp:sp modelId="{110600D6-3E48-4D62-9519-712574B49384}">
      <dsp:nvSpPr>
        <dsp:cNvPr id="0" name=""/>
        <dsp:cNvSpPr/>
      </dsp:nvSpPr>
      <dsp:spPr>
        <a:xfrm>
          <a:off x="0" y="2034600"/>
          <a:ext cx="6581776" cy="65520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Art. 213° FLAGRANCIA</a:t>
          </a:r>
          <a:endParaRPr lang="en-US" sz="2800" kern="1200"/>
        </a:p>
      </dsp:txBody>
      <dsp:txXfrm>
        <a:off x="31984" y="2066584"/>
        <a:ext cx="6517808" cy="591232"/>
      </dsp:txXfrm>
    </dsp:sp>
    <dsp:sp modelId="{78A9DBCA-7D48-452A-8CE8-948D5BDB73C7}">
      <dsp:nvSpPr>
        <dsp:cNvPr id="0" name=""/>
        <dsp:cNvSpPr/>
      </dsp:nvSpPr>
      <dsp:spPr>
        <a:xfrm>
          <a:off x="0" y="2770440"/>
          <a:ext cx="6581776" cy="655200"/>
        </a:xfrm>
        <a:prstGeom prst="roundRect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Art. 214° DETENCIÓN</a:t>
          </a:r>
          <a:endParaRPr lang="en-US" sz="2800" kern="1200"/>
        </a:p>
      </dsp:txBody>
      <dsp:txXfrm>
        <a:off x="31984" y="2802424"/>
        <a:ext cx="6517808" cy="591232"/>
      </dsp:txXfrm>
    </dsp:sp>
    <dsp:sp modelId="{F3926468-5BD8-45D8-8A85-597181DD2E10}">
      <dsp:nvSpPr>
        <dsp:cNvPr id="0" name=""/>
        <dsp:cNvSpPr/>
      </dsp:nvSpPr>
      <dsp:spPr>
        <a:xfrm>
          <a:off x="0" y="3506279"/>
          <a:ext cx="6581776" cy="6552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Art Nro 10 Bis LOP Nro 12.521 (demora)</a:t>
          </a:r>
          <a:endParaRPr lang="en-US" sz="2800" kern="1200"/>
        </a:p>
      </dsp:txBody>
      <dsp:txXfrm>
        <a:off x="31984" y="3538263"/>
        <a:ext cx="6517808" cy="5912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428A1-4E32-444B-AA47-9D01FEA7AA5F}">
      <dsp:nvSpPr>
        <dsp:cNvPr id="0" name=""/>
        <dsp:cNvSpPr/>
      </dsp:nvSpPr>
      <dsp:spPr>
        <a:xfrm>
          <a:off x="267865" y="18510"/>
          <a:ext cx="7154384" cy="7154384"/>
        </a:xfrm>
        <a:prstGeom prst="circularArrow">
          <a:avLst>
            <a:gd name="adj1" fmla="val 5544"/>
            <a:gd name="adj2" fmla="val 330680"/>
            <a:gd name="adj3" fmla="val 15108133"/>
            <a:gd name="adj4" fmla="val 16617316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A1A43-BE2B-49BC-804C-5E0DC53EBF8B}">
      <dsp:nvSpPr>
        <dsp:cNvPr id="0" name=""/>
        <dsp:cNvSpPr/>
      </dsp:nvSpPr>
      <dsp:spPr>
        <a:xfrm>
          <a:off x="3210292" y="169516"/>
          <a:ext cx="1269531" cy="6347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Aprehensión.                                                            </a:t>
          </a:r>
          <a:endParaRPr lang="en-US" sz="900" kern="1200"/>
        </a:p>
      </dsp:txBody>
      <dsp:txXfrm>
        <a:off x="3241279" y="200503"/>
        <a:ext cx="1207557" cy="572791"/>
      </dsp:txXfrm>
    </dsp:sp>
    <dsp:sp modelId="{F1AD8192-9015-499B-BD49-AE32219E9A4C}">
      <dsp:nvSpPr>
        <dsp:cNvPr id="0" name=""/>
        <dsp:cNvSpPr/>
      </dsp:nvSpPr>
      <dsp:spPr>
        <a:xfrm>
          <a:off x="4725506" y="635144"/>
          <a:ext cx="1269531" cy="6347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Detención.</a:t>
          </a:r>
          <a:endParaRPr lang="en-US" sz="900" kern="1200"/>
        </a:p>
      </dsp:txBody>
      <dsp:txXfrm>
        <a:off x="4756493" y="666131"/>
        <a:ext cx="1207557" cy="572791"/>
      </dsp:txXfrm>
    </dsp:sp>
    <dsp:sp modelId="{3BD00400-7CAB-444D-9EC2-7C420E0C00C7}">
      <dsp:nvSpPr>
        <dsp:cNvPr id="0" name=""/>
        <dsp:cNvSpPr/>
      </dsp:nvSpPr>
      <dsp:spPr>
        <a:xfrm>
          <a:off x="5748177" y="1668635"/>
          <a:ext cx="1269531" cy="6347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Notificación derechos IMPUTADO.</a:t>
          </a:r>
          <a:endParaRPr lang="en-US" sz="900" kern="1200"/>
        </a:p>
      </dsp:txBody>
      <dsp:txXfrm>
        <a:off x="5779164" y="1699622"/>
        <a:ext cx="1207557" cy="572791"/>
      </dsp:txXfrm>
    </dsp:sp>
    <dsp:sp modelId="{6B0EC499-CCC6-4FDA-AF3A-77FEBE919015}">
      <dsp:nvSpPr>
        <dsp:cNvPr id="0" name=""/>
        <dsp:cNvSpPr/>
      </dsp:nvSpPr>
      <dsp:spPr>
        <a:xfrm>
          <a:off x="6061037" y="2788197"/>
          <a:ext cx="1269531" cy="6347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Notificación de causa.</a:t>
          </a:r>
          <a:endParaRPr lang="en-US" sz="900" kern="1200"/>
        </a:p>
      </dsp:txBody>
      <dsp:txXfrm>
        <a:off x="6092024" y="2819184"/>
        <a:ext cx="1207557" cy="572791"/>
      </dsp:txXfrm>
    </dsp:sp>
    <dsp:sp modelId="{0A668D17-0D4C-445C-98FB-615498C89212}">
      <dsp:nvSpPr>
        <dsp:cNvPr id="0" name=""/>
        <dsp:cNvSpPr/>
      </dsp:nvSpPr>
      <dsp:spPr>
        <a:xfrm>
          <a:off x="6003657" y="4080495"/>
          <a:ext cx="1269531" cy="63476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Comunicación SPPDP.</a:t>
          </a:r>
          <a:endParaRPr lang="en-US" sz="900" kern="1200"/>
        </a:p>
      </dsp:txBody>
      <dsp:txXfrm>
        <a:off x="6034644" y="4111482"/>
        <a:ext cx="1207557" cy="572791"/>
      </dsp:txXfrm>
    </dsp:sp>
    <dsp:sp modelId="{BA2A4DBF-FDC6-4EE7-92DB-06691E0AB13E}">
      <dsp:nvSpPr>
        <dsp:cNvPr id="0" name=""/>
        <dsp:cNvSpPr/>
      </dsp:nvSpPr>
      <dsp:spPr>
        <a:xfrm>
          <a:off x="5644649" y="5195043"/>
          <a:ext cx="1269531" cy="6347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 dirty="0"/>
            <a:t>Acta de entrevista VÍCTIMA/TESTIGO.</a:t>
          </a:r>
          <a:endParaRPr lang="en-US" sz="900" kern="1200" dirty="0"/>
        </a:p>
      </dsp:txBody>
      <dsp:txXfrm>
        <a:off x="5675636" y="5226030"/>
        <a:ext cx="1207557" cy="572791"/>
      </dsp:txXfrm>
    </dsp:sp>
    <dsp:sp modelId="{83B847F0-DF62-4C56-9AE6-8DA1599ACBEC}">
      <dsp:nvSpPr>
        <dsp:cNvPr id="0" name=""/>
        <dsp:cNvSpPr/>
      </dsp:nvSpPr>
      <dsp:spPr>
        <a:xfrm>
          <a:off x="4200306" y="6118188"/>
          <a:ext cx="1269531" cy="6347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Croquis.</a:t>
          </a:r>
          <a:endParaRPr lang="en-US" sz="900" kern="1200"/>
        </a:p>
      </dsp:txBody>
      <dsp:txXfrm>
        <a:off x="4231293" y="6149175"/>
        <a:ext cx="1207557" cy="572791"/>
      </dsp:txXfrm>
    </dsp:sp>
    <dsp:sp modelId="{474C2C96-297B-43DE-A83F-67685DBB2EC4}">
      <dsp:nvSpPr>
        <dsp:cNvPr id="0" name=""/>
        <dsp:cNvSpPr/>
      </dsp:nvSpPr>
      <dsp:spPr>
        <a:xfrm>
          <a:off x="2194087" y="6134301"/>
          <a:ext cx="1269531" cy="6347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Inspección ocular.</a:t>
          </a:r>
          <a:endParaRPr lang="en-US" sz="900" kern="1200"/>
        </a:p>
      </dsp:txBody>
      <dsp:txXfrm>
        <a:off x="2225074" y="6165288"/>
        <a:ext cx="1207557" cy="572791"/>
      </dsp:txXfrm>
    </dsp:sp>
    <dsp:sp modelId="{0354B3AA-020E-49C1-B0F9-D69C8EE7D5B3}">
      <dsp:nvSpPr>
        <dsp:cNvPr id="0" name=""/>
        <dsp:cNvSpPr/>
      </dsp:nvSpPr>
      <dsp:spPr>
        <a:xfrm>
          <a:off x="724661" y="5341255"/>
          <a:ext cx="1269531" cy="6347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Relevamiento de cámaras</a:t>
          </a:r>
          <a:endParaRPr lang="en-US" sz="900" kern="1200"/>
        </a:p>
      </dsp:txBody>
      <dsp:txXfrm>
        <a:off x="755648" y="5372242"/>
        <a:ext cx="1207557" cy="572791"/>
      </dsp:txXfrm>
    </dsp:sp>
    <dsp:sp modelId="{2FC5404A-B5C0-4000-99FC-28E13E062A45}">
      <dsp:nvSpPr>
        <dsp:cNvPr id="0" name=""/>
        <dsp:cNvSpPr/>
      </dsp:nvSpPr>
      <dsp:spPr>
        <a:xfrm>
          <a:off x="89882" y="4070666"/>
          <a:ext cx="1269531" cy="63476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Informe comparativo.</a:t>
          </a:r>
          <a:endParaRPr lang="en-US" sz="900" kern="1200"/>
        </a:p>
      </dsp:txBody>
      <dsp:txXfrm>
        <a:off x="120869" y="4101653"/>
        <a:ext cx="1207557" cy="572791"/>
      </dsp:txXfrm>
    </dsp:sp>
    <dsp:sp modelId="{FA3682CA-B1CD-4FC3-A99F-87000F4300D1}">
      <dsp:nvSpPr>
        <dsp:cNvPr id="0" name=""/>
        <dsp:cNvSpPr/>
      </dsp:nvSpPr>
      <dsp:spPr>
        <a:xfrm>
          <a:off x="3705" y="2788197"/>
          <a:ext cx="1269531" cy="6347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Analisis de cámara</a:t>
          </a:r>
          <a:endParaRPr lang="en-US" sz="900" kern="1200"/>
        </a:p>
      </dsp:txBody>
      <dsp:txXfrm>
        <a:off x="34692" y="2819184"/>
        <a:ext cx="1207557" cy="572791"/>
      </dsp:txXfrm>
    </dsp:sp>
    <dsp:sp modelId="{9E2050A3-2591-488D-B858-4E51A826326F}">
      <dsp:nvSpPr>
        <dsp:cNvPr id="0" name=""/>
        <dsp:cNvSpPr/>
      </dsp:nvSpPr>
      <dsp:spPr>
        <a:xfrm>
          <a:off x="521521" y="1422829"/>
          <a:ext cx="1269531" cy="6347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Fotografias</a:t>
          </a:r>
          <a:endParaRPr lang="en-US" sz="900" kern="1200"/>
        </a:p>
      </dsp:txBody>
      <dsp:txXfrm>
        <a:off x="552508" y="1453816"/>
        <a:ext cx="1207557" cy="572791"/>
      </dsp:txXfrm>
    </dsp:sp>
    <dsp:sp modelId="{865C1DB3-D829-4616-A795-E8536B332CAC}">
      <dsp:nvSpPr>
        <dsp:cNvPr id="0" name=""/>
        <dsp:cNvSpPr/>
      </dsp:nvSpPr>
      <dsp:spPr>
        <a:xfrm>
          <a:off x="1614542" y="454496"/>
          <a:ext cx="1269531" cy="6347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900" kern="1200"/>
            <a:t>Constatación de daños</a:t>
          </a:r>
          <a:endParaRPr lang="en-US" sz="900" kern="1200"/>
        </a:p>
      </dsp:txBody>
      <dsp:txXfrm>
        <a:off x="1645529" y="485483"/>
        <a:ext cx="1207557" cy="57279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28E34-6EF0-49CF-9788-8DBD826BA613}">
      <dsp:nvSpPr>
        <dsp:cNvPr id="0" name=""/>
        <dsp:cNvSpPr/>
      </dsp:nvSpPr>
      <dsp:spPr>
        <a:xfrm>
          <a:off x="0" y="0"/>
          <a:ext cx="9088040" cy="1122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700" kern="1200"/>
            <a:t>¿Qué debo secuestrar?</a:t>
          </a:r>
          <a:endParaRPr lang="en-US" sz="4700" kern="1200"/>
        </a:p>
      </dsp:txBody>
      <dsp:txXfrm>
        <a:off x="32864" y="32864"/>
        <a:ext cx="7877265" cy="1056317"/>
      </dsp:txXfrm>
    </dsp:sp>
    <dsp:sp modelId="{B3DD037F-12FB-42BF-A978-27702C7954E4}">
      <dsp:nvSpPr>
        <dsp:cNvPr id="0" name=""/>
        <dsp:cNvSpPr/>
      </dsp:nvSpPr>
      <dsp:spPr>
        <a:xfrm>
          <a:off x="801885" y="1309052"/>
          <a:ext cx="9088040" cy="1122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700" kern="1200"/>
            <a:t>¿Cómo se debe resguardar?</a:t>
          </a:r>
          <a:endParaRPr lang="en-US" sz="4700" kern="1200"/>
        </a:p>
      </dsp:txBody>
      <dsp:txXfrm>
        <a:off x="834749" y="1341916"/>
        <a:ext cx="7491097" cy="1056317"/>
      </dsp:txXfrm>
    </dsp:sp>
    <dsp:sp modelId="{FD6124C3-CFE3-4556-B2EF-E2788453FD0B}">
      <dsp:nvSpPr>
        <dsp:cNvPr id="0" name=""/>
        <dsp:cNvSpPr/>
      </dsp:nvSpPr>
      <dsp:spPr>
        <a:xfrm>
          <a:off x="1603771" y="2618104"/>
          <a:ext cx="9088040" cy="1122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700" kern="1200"/>
            <a:t>¿Qué actas se confeccionan?</a:t>
          </a:r>
          <a:endParaRPr lang="en-US" sz="4700" kern="1200"/>
        </a:p>
      </dsp:txBody>
      <dsp:txXfrm>
        <a:off x="1636635" y="2650968"/>
        <a:ext cx="7491097" cy="1056317"/>
      </dsp:txXfrm>
    </dsp:sp>
    <dsp:sp modelId="{5EFB4846-D34F-4FBA-ADFE-B7F8416FE3D5}">
      <dsp:nvSpPr>
        <dsp:cNvPr id="0" name=""/>
        <dsp:cNvSpPr/>
      </dsp:nvSpPr>
      <dsp:spPr>
        <a:xfrm>
          <a:off x="8358710" y="850884"/>
          <a:ext cx="729329" cy="7293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522809" y="850884"/>
        <a:ext cx="401131" cy="548820"/>
      </dsp:txXfrm>
    </dsp:sp>
    <dsp:sp modelId="{8DC56425-4C6F-4802-A9AC-0BAD4B0FA0A2}">
      <dsp:nvSpPr>
        <dsp:cNvPr id="0" name=""/>
        <dsp:cNvSpPr/>
      </dsp:nvSpPr>
      <dsp:spPr>
        <a:xfrm>
          <a:off x="9160596" y="2152456"/>
          <a:ext cx="729329" cy="7293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324695" y="2152456"/>
        <a:ext cx="401131" cy="5488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9C3A7-4C27-4064-8B5F-A5836EB987CB}">
      <dsp:nvSpPr>
        <dsp:cNvPr id="0" name=""/>
        <dsp:cNvSpPr/>
      </dsp:nvSpPr>
      <dsp:spPr>
        <a:xfrm>
          <a:off x="0" y="4174291"/>
          <a:ext cx="6581776" cy="54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SE DEJA CONSTANCIA EN EL ACTA DE PROCEDIMIENTO.</a:t>
          </a:r>
          <a:endParaRPr lang="en-US" sz="1700" kern="1200"/>
        </a:p>
      </dsp:txBody>
      <dsp:txXfrm>
        <a:off x="0" y="4174291"/>
        <a:ext cx="6581776" cy="547873"/>
      </dsp:txXfrm>
    </dsp:sp>
    <dsp:sp modelId="{B9D5758E-F79E-4004-84D7-7D0D0872DEBD}">
      <dsp:nvSpPr>
        <dsp:cNvPr id="0" name=""/>
        <dsp:cNvSpPr/>
      </dsp:nvSpPr>
      <dsp:spPr>
        <a:xfrm rot="10800000">
          <a:off x="0" y="3339880"/>
          <a:ext cx="6581776" cy="842629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TENER TODOS LOS ELEMENTOS.</a:t>
          </a:r>
          <a:endParaRPr lang="en-US" sz="1700" kern="1200"/>
        </a:p>
      </dsp:txBody>
      <dsp:txXfrm rot="10800000">
        <a:off x="0" y="3339880"/>
        <a:ext cx="6581776" cy="547515"/>
      </dsp:txXfrm>
    </dsp:sp>
    <dsp:sp modelId="{FF348608-3B76-465E-9DAB-3BE5D535754C}">
      <dsp:nvSpPr>
        <dsp:cNvPr id="0" name=""/>
        <dsp:cNvSpPr/>
      </dsp:nvSpPr>
      <dsp:spPr>
        <a:xfrm rot="10800000">
          <a:off x="0" y="2505468"/>
          <a:ext cx="6581776" cy="842629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CLARA, CONCISA.</a:t>
          </a:r>
          <a:endParaRPr lang="en-US" sz="1700" kern="1200"/>
        </a:p>
      </dsp:txBody>
      <dsp:txXfrm rot="10800000">
        <a:off x="0" y="2505468"/>
        <a:ext cx="6581776" cy="547515"/>
      </dsp:txXfrm>
    </dsp:sp>
    <dsp:sp modelId="{FC90C2BE-43E6-495C-BB56-BEB5A399FBA0}">
      <dsp:nvSpPr>
        <dsp:cNvPr id="0" name=""/>
        <dsp:cNvSpPr/>
      </dsp:nvSpPr>
      <dsp:spPr>
        <a:xfrm rot="10800000">
          <a:off x="0" y="1671057"/>
          <a:ext cx="6581776" cy="842629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INFORMATIVA.</a:t>
          </a:r>
          <a:endParaRPr lang="en-US" sz="1700" kern="1200"/>
        </a:p>
      </dsp:txBody>
      <dsp:txXfrm rot="10800000">
        <a:off x="0" y="1671057"/>
        <a:ext cx="6581776" cy="547515"/>
      </dsp:txXfrm>
    </dsp:sp>
    <dsp:sp modelId="{C3C59A00-F2C4-4229-A6A8-2CB50D7D4F64}">
      <dsp:nvSpPr>
        <dsp:cNvPr id="0" name=""/>
        <dsp:cNvSpPr/>
      </dsp:nvSpPr>
      <dsp:spPr>
        <a:xfrm rot="10800000">
          <a:off x="0" y="836646"/>
          <a:ext cx="6581776" cy="842629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A MODO DE CONSULTA.</a:t>
          </a:r>
          <a:endParaRPr lang="en-US" sz="1700" kern="1200"/>
        </a:p>
      </dsp:txBody>
      <dsp:txXfrm rot="10800000">
        <a:off x="0" y="836646"/>
        <a:ext cx="6581776" cy="547515"/>
      </dsp:txXfrm>
    </dsp:sp>
    <dsp:sp modelId="{463E514E-F750-40C3-8289-E14D238211AC}">
      <dsp:nvSpPr>
        <dsp:cNvPr id="0" name=""/>
        <dsp:cNvSpPr/>
      </dsp:nvSpPr>
      <dsp:spPr>
        <a:xfrm rot="10800000">
          <a:off x="0" y="2234"/>
          <a:ext cx="6581776" cy="842629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INMEDIATA.</a:t>
          </a:r>
          <a:endParaRPr lang="en-US" sz="1700" kern="1200"/>
        </a:p>
      </dsp:txBody>
      <dsp:txXfrm rot="10800000">
        <a:off x="0" y="2234"/>
        <a:ext cx="6581776" cy="547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18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09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4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47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5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5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8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8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6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66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laantiguabiblos.blogspot.com/2012/11/preparando-el-lote-de-libros-2013.html" TargetMode="External"/><Relationship Id="rId3" Type="http://schemas.openxmlformats.org/officeDocument/2006/relationships/diagramLayout" Target="../diagrams/layout8.xml"/><Relationship Id="rId7" Type="http://schemas.openxmlformats.org/officeDocument/2006/relationships/image" Target="../media/image7.jp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openxmlformats.org/officeDocument/2006/relationships/image" Target="../media/image9.png"/><Relationship Id="rId5" Type="http://schemas.openxmlformats.org/officeDocument/2006/relationships/diagramColors" Target="../diagrams/colors8.xml"/><Relationship Id="rId10" Type="http://schemas.openxmlformats.org/officeDocument/2006/relationships/hyperlink" Target="https://pxhere.com/es/photo/1449431" TargetMode="Externa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s/abogado-balanza-de-la-justicia-juez-450205/" TargetMode="External"/><Relationship Id="rId3" Type="http://schemas.openxmlformats.org/officeDocument/2006/relationships/diagramLayout" Target="../diagrams/layout9.xml"/><Relationship Id="rId7" Type="http://schemas.openxmlformats.org/officeDocument/2006/relationships/image" Target="../media/image10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83CD449E-CA4B-BF65-231E-3C7F2065C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82" b="33868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20D8D6-1A80-F081-34A1-C612C925D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s-AR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PRÁCTICA POLICIAL</a:t>
            </a:r>
            <a:br>
              <a:rPr lang="es-AR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AR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CICLO 2027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B33E0E-7EE0-0867-AE3E-BA087CBE8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779315"/>
            <a:ext cx="2368905" cy="5088088"/>
          </a:xfrm>
        </p:spPr>
        <p:txBody>
          <a:bodyPr anchor="ctr">
            <a:normAutofit/>
          </a:bodyPr>
          <a:lstStyle/>
          <a:p>
            <a:r>
              <a:rPr lang="es-AR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Jerarquía:</a:t>
            </a:r>
            <a:r>
              <a:rPr lang="es-A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AR" dirty="0">
                <a:solidFill>
                  <a:srgbClr val="FFFFFF"/>
                </a:solidFill>
              </a:rPr>
              <a:t>Oficial de Policía.</a:t>
            </a:r>
          </a:p>
          <a:p>
            <a:r>
              <a:rPr lang="es-AR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Docente:</a:t>
            </a:r>
            <a:r>
              <a:rPr lang="es-A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AR" dirty="0">
                <a:solidFill>
                  <a:srgbClr val="FFFFFF"/>
                </a:solidFill>
              </a:rPr>
              <a:t>Ivo Ramos.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88F5F71F-BEFB-3CC7-AFD8-797FB2930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19" y="1891144"/>
            <a:ext cx="3731956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2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F3BFE1-0AA0-EF98-40EE-F96E3784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    Acta de </a:t>
            </a:r>
            <a:r>
              <a:rPr lang="en-US" sz="3100" err="1"/>
              <a:t>procedimiento</a:t>
            </a:r>
            <a:br>
              <a:rPr lang="en-US" sz="3100"/>
            </a:br>
            <a:endParaRPr lang="en-US" sz="31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DCA54A0A-7B3C-67A8-9A61-6A8729C3F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4" r="3758"/>
          <a:stretch>
            <a:fillRect/>
          </a:stretch>
        </p:blipFill>
        <p:spPr>
          <a:xfrm>
            <a:off x="7131953" y="1188720"/>
            <a:ext cx="3434448" cy="3749040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C4B35DA-E891-4766-53EE-CE893717C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7101183"/>
              </p:ext>
            </p:extLst>
          </p:nvPr>
        </p:nvGraphicFramePr>
        <p:xfrm>
          <a:off x="704088" y="2231136"/>
          <a:ext cx="5195889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104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23ACD7-DEFB-39E1-ACED-7233D6CC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r>
              <a:rPr lang="es-AR" dirty="0"/>
              <a:t>       ¿Qué es?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00250A-4106-4281-784D-7C4BD8D0C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>
            <a:normAutofit/>
          </a:bodyPr>
          <a:lstStyle/>
          <a:p>
            <a:r>
              <a:rPr lang="es-AR" sz="2800" dirty="0"/>
              <a:t>Relato circunstanciado e histórico de una intervención policial, dentro de un accionar delictivo o especifico.</a:t>
            </a:r>
          </a:p>
          <a:p>
            <a:endParaRPr lang="es-AR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476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1C96CF-AEBE-6468-A61A-46FCF806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s-AR" dirty="0"/>
              <a:t>¿Cómo se inicia?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74CC3B6D-43BA-B934-AF31-D358A448C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725206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echa: curvada hacia la izquierda 3">
            <a:extLst>
              <a:ext uri="{FF2B5EF4-FFF2-40B4-BE49-F238E27FC236}">
                <a16:creationId xmlns:a16="http://schemas.microsoft.com/office/drawing/2014/main" id="{F37938F8-11A2-7186-6440-F6D689DBAFC3}"/>
              </a:ext>
            </a:extLst>
          </p:cNvPr>
          <p:cNvSpPr/>
          <p:nvPr/>
        </p:nvSpPr>
        <p:spPr>
          <a:xfrm>
            <a:off x="8475406" y="1622323"/>
            <a:ext cx="1219200" cy="1806677"/>
          </a:xfrm>
          <a:prstGeom prst="curvedLef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0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3EA721-B182-96ED-200C-25604D77F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s-AR" dirty="0"/>
              <a:t>¿Qué debe contener?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53F8474-8C29-D892-C483-2724F27D7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152967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echa: curvada hacia la derecha 3">
            <a:extLst>
              <a:ext uri="{FF2B5EF4-FFF2-40B4-BE49-F238E27FC236}">
                <a16:creationId xmlns:a16="http://schemas.microsoft.com/office/drawing/2014/main" id="{875B3DBC-AA85-AA8A-4686-FB5D93C51D69}"/>
              </a:ext>
            </a:extLst>
          </p:cNvPr>
          <p:cNvSpPr/>
          <p:nvPr/>
        </p:nvSpPr>
        <p:spPr>
          <a:xfrm>
            <a:off x="1110449" y="2689763"/>
            <a:ext cx="1617784" cy="1487156"/>
          </a:xfrm>
          <a:prstGeom prst="curved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20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2EEC40-A55C-8A30-5D80-972AEB3F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s-AR" dirty="0"/>
              <a:t>DELITOS COMUNES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1125EED-C65D-A4DE-1248-184598424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24576"/>
              </p:ext>
            </p:extLst>
          </p:nvPr>
        </p:nvGraphicFramePr>
        <p:xfrm>
          <a:off x="4876800" y="1066800"/>
          <a:ext cx="6581776" cy="4960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echa: curvada hacia la derecha 3">
            <a:extLst>
              <a:ext uri="{FF2B5EF4-FFF2-40B4-BE49-F238E27FC236}">
                <a16:creationId xmlns:a16="http://schemas.microsoft.com/office/drawing/2014/main" id="{BA85D361-3FD2-5322-30C9-E67A71F32388}"/>
              </a:ext>
            </a:extLst>
          </p:cNvPr>
          <p:cNvSpPr/>
          <p:nvPr/>
        </p:nvSpPr>
        <p:spPr>
          <a:xfrm>
            <a:off x="3450411" y="1201197"/>
            <a:ext cx="854110" cy="874207"/>
          </a:xfrm>
          <a:prstGeom prst="curved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5DA63E3-C68C-9BA9-D942-21604A329F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14" y="2236486"/>
            <a:ext cx="2674375" cy="308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15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EACFBD-3951-B894-75F3-C2FEE4C9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s-AR" dirty="0"/>
              <a:t>Delitos específicos</a:t>
            </a:r>
            <a:br>
              <a:rPr lang="es-AR" dirty="0"/>
            </a:br>
            <a:br>
              <a:rPr lang="es-AR" dirty="0"/>
            </a:br>
            <a:br>
              <a:rPr lang="es-AR" dirty="0"/>
            </a:br>
            <a:r>
              <a:rPr lang="es-AR" sz="2000" dirty="0"/>
              <a:t>Requieren un tratamiento</a:t>
            </a:r>
            <a:br>
              <a:rPr lang="es-AR" sz="2000" dirty="0"/>
            </a:br>
            <a:r>
              <a:rPr lang="es-AR" sz="2000" dirty="0"/>
              <a:t>distinto.</a:t>
            </a:r>
            <a:endParaRPr lang="en-US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AC776A6-EE6E-45FC-A4D1-72D943781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675265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5015AC1A-E002-CD07-F75B-86F21BE28DED}"/>
              </a:ext>
            </a:extLst>
          </p:cNvPr>
          <p:cNvSpPr/>
          <p:nvPr/>
        </p:nvSpPr>
        <p:spPr>
          <a:xfrm>
            <a:off x="2260879" y="2351314"/>
            <a:ext cx="532563" cy="914400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: curvada hacia la derecha 5">
            <a:extLst>
              <a:ext uri="{FF2B5EF4-FFF2-40B4-BE49-F238E27FC236}">
                <a16:creationId xmlns:a16="http://schemas.microsoft.com/office/drawing/2014/main" id="{5DD48D6B-7CD7-F892-9AA5-985976764090}"/>
              </a:ext>
            </a:extLst>
          </p:cNvPr>
          <p:cNvSpPr/>
          <p:nvPr/>
        </p:nvSpPr>
        <p:spPr>
          <a:xfrm>
            <a:off x="3768015" y="1447801"/>
            <a:ext cx="963561" cy="1061875"/>
          </a:xfrm>
          <a:prstGeom prst="curved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41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91F576-1907-9B95-F9B2-FCD442575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724400"/>
          </a:xfrm>
        </p:spPr>
        <p:txBody>
          <a:bodyPr>
            <a:normAutofit/>
          </a:bodyPr>
          <a:lstStyle/>
          <a:p>
            <a:r>
              <a:rPr lang="es-AR" dirty="0"/>
              <a:t>Medidas de                 coerción</a:t>
            </a:r>
            <a:endParaRPr lang="en-US" dirty="0"/>
          </a:p>
        </p:txBody>
      </p:sp>
      <p:cxnSp>
        <p:nvCxnSpPr>
          <p:cNvPr id="7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Marcador de contenido 2">
            <a:extLst>
              <a:ext uri="{FF2B5EF4-FFF2-40B4-BE49-F238E27FC236}">
                <a16:creationId xmlns:a16="http://schemas.microsoft.com/office/drawing/2014/main" id="{391914E1-780B-7267-9118-EB20FC08D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6207730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BD6D3F92-B371-13FB-5A10-1C838C4FDC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00" y="2206034"/>
            <a:ext cx="3342752" cy="3507711"/>
          </a:xfrm>
          <a:prstGeom prst="rect">
            <a:avLst/>
          </a:prstGeom>
        </p:spPr>
      </p:pic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952CECDC-3626-E46B-C6D5-DBD539319E4C}"/>
              </a:ext>
            </a:extLst>
          </p:cNvPr>
          <p:cNvSpPr/>
          <p:nvPr/>
        </p:nvSpPr>
        <p:spPr>
          <a:xfrm>
            <a:off x="4364675" y="1907458"/>
            <a:ext cx="353303" cy="206477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CBA8547B-96EE-CD0A-6243-E33CB1EB0635}"/>
              </a:ext>
            </a:extLst>
          </p:cNvPr>
          <p:cNvSpPr/>
          <p:nvPr/>
        </p:nvSpPr>
        <p:spPr>
          <a:xfrm>
            <a:off x="4364674" y="2658434"/>
            <a:ext cx="353303" cy="206477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56516402-FB17-CBC7-4594-ECD42987B666}"/>
              </a:ext>
            </a:extLst>
          </p:cNvPr>
          <p:cNvSpPr/>
          <p:nvPr/>
        </p:nvSpPr>
        <p:spPr>
          <a:xfrm>
            <a:off x="4395912" y="3449892"/>
            <a:ext cx="353303" cy="206477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46520D95-86E8-D573-DA3D-C55D84CA850F}"/>
              </a:ext>
            </a:extLst>
          </p:cNvPr>
          <p:cNvSpPr/>
          <p:nvPr/>
        </p:nvSpPr>
        <p:spPr>
          <a:xfrm>
            <a:off x="4413177" y="4074280"/>
            <a:ext cx="353303" cy="206478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912137C-7368-20B9-5FF7-A0F5FDACDCD3}"/>
              </a:ext>
            </a:extLst>
          </p:cNvPr>
          <p:cNvSpPr/>
          <p:nvPr/>
        </p:nvSpPr>
        <p:spPr>
          <a:xfrm>
            <a:off x="4413367" y="4752747"/>
            <a:ext cx="353303" cy="206477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echa: curvada hacia abajo 31">
            <a:extLst>
              <a:ext uri="{FF2B5EF4-FFF2-40B4-BE49-F238E27FC236}">
                <a16:creationId xmlns:a16="http://schemas.microsoft.com/office/drawing/2014/main" id="{B7BCE05A-7D78-2F26-1D70-208B38BB7A35}"/>
              </a:ext>
            </a:extLst>
          </p:cNvPr>
          <p:cNvSpPr/>
          <p:nvPr/>
        </p:nvSpPr>
        <p:spPr>
          <a:xfrm>
            <a:off x="3755923" y="1066801"/>
            <a:ext cx="865238" cy="495251"/>
          </a:xfrm>
          <a:prstGeom prst="curved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93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381213-BAC4-028A-5122-1FEB00E9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406335" cy="4559890"/>
          </a:xfrm>
        </p:spPr>
        <p:txBody>
          <a:bodyPr>
            <a:normAutofit/>
          </a:bodyPr>
          <a:lstStyle/>
          <a:p>
            <a:r>
              <a:rPr lang="es-AR" sz="2800" dirty="0"/>
              <a:t>            ACTAS COMPLEMENTARIAS</a:t>
            </a:r>
            <a:endParaRPr lang="en-US" sz="2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3893A84-3952-AC1E-28AB-F9CEDCC17C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643602"/>
              </p:ext>
            </p:extLst>
          </p:nvPr>
        </p:nvGraphicFramePr>
        <p:xfrm>
          <a:off x="4918814" y="-80388"/>
          <a:ext cx="7334274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B48A96FA-0C5C-8B06-043A-94597E1FD6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338" y="1797303"/>
            <a:ext cx="3716138" cy="3954914"/>
          </a:xfrm>
          <a:prstGeom prst="rect">
            <a:avLst/>
          </a:prstGeom>
        </p:spPr>
      </p:pic>
      <p:sp>
        <p:nvSpPr>
          <p:cNvPr id="8" name="Flecha: curvada hacia la derecha 7">
            <a:extLst>
              <a:ext uri="{FF2B5EF4-FFF2-40B4-BE49-F238E27FC236}">
                <a16:creationId xmlns:a16="http://schemas.microsoft.com/office/drawing/2014/main" id="{69136388-F47E-C65D-3B39-2372DDFFF2D3}"/>
              </a:ext>
            </a:extLst>
          </p:cNvPr>
          <p:cNvSpPr/>
          <p:nvPr/>
        </p:nvSpPr>
        <p:spPr>
          <a:xfrm>
            <a:off x="7821042" y="2477729"/>
            <a:ext cx="1449142" cy="1415846"/>
          </a:xfrm>
          <a:prstGeom prst="curved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84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449873-AEF8-759F-32D4-156D8D9C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s-AR" dirty="0"/>
              <a:t>SECUESTROS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2822DE4-8B20-F8EC-36D8-D2D486E97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866443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6FF3EB7E-E77C-5481-788B-1BC67D5C84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890492" y="904032"/>
            <a:ext cx="2381250" cy="9906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C51794E-4018-0508-F9EA-0789E958BC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6096000" y="950626"/>
            <a:ext cx="1369925" cy="8974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71D000C-9E9D-0252-71B8-F1575A5CBE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5504" y="748921"/>
            <a:ext cx="1223492" cy="131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34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3900B2-747C-C919-CDBE-6C6A13CDC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s-AR" sz="3700" dirty="0"/>
              <a:t>COMUNICACIÓN CON EL/LA FISCAL</a:t>
            </a:r>
            <a:endParaRPr lang="en-US" sz="37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0CE0162F-6408-CE83-9C5A-EBB49033FB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9943622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095A17B1-8393-E69E-409D-314BE96DB9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04228" y="2659232"/>
            <a:ext cx="431660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8783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351</Words>
  <Application>Microsoft Office PowerPoint</Application>
  <PresentationFormat>Panorámica</PresentationFormat>
  <Paragraphs>73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Bierstadt</vt:lpstr>
      <vt:lpstr>Calisto MT</vt:lpstr>
      <vt:lpstr>Univers Condensed</vt:lpstr>
      <vt:lpstr>ChronicleVTI</vt:lpstr>
      <vt:lpstr>PRÁCTICA POLICIAL CICLO 2027</vt:lpstr>
      <vt:lpstr>    Acta de procedimiento </vt:lpstr>
      <vt:lpstr>       ¿Qué es?</vt:lpstr>
      <vt:lpstr>¿Cómo se inicia?</vt:lpstr>
      <vt:lpstr>¿Qué debe contener?</vt:lpstr>
      <vt:lpstr>DELITOS COMUNES</vt:lpstr>
      <vt:lpstr>Delitos específicos   Requieren un tratamiento distinto.</vt:lpstr>
      <vt:lpstr>Medidas de                 coerción</vt:lpstr>
      <vt:lpstr>            ACTAS COMPLEMENTARIAS</vt:lpstr>
      <vt:lpstr>SECUESTROS</vt:lpstr>
      <vt:lpstr>COMUNICACIÓN CON EL/LA FISCAL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Ivo Ramos</dc:creator>
  <cp:lastModifiedBy>Ivo Ramos</cp:lastModifiedBy>
  <cp:revision>1</cp:revision>
  <dcterms:created xsi:type="dcterms:W3CDTF">2026-08-04T14:27:01Z</dcterms:created>
  <dcterms:modified xsi:type="dcterms:W3CDTF">2026-08-04T20:41:27Z</dcterms:modified>
</cp:coreProperties>
</file>